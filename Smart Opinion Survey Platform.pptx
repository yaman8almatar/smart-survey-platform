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sldIdLst>
    <p:sldId id="256" r:id="rId2"/>
    <p:sldId id="257" r:id="rId3"/>
    <p:sldId id="258" r:id="rId4"/>
    <p:sldId id="259" r:id="rId5"/>
    <p:sldId id="260" r:id="rId6"/>
    <p:sldId id="261" r:id="rId7"/>
  </p:sldIdLst>
  <p:sldSz cx="12192000" cy="6858000"/>
  <p:notesSz cx="6858000" cy="9144000"/>
  <p:defaultTextStyle>
    <a:defPPr>
      <a:defRPr lang="ar-SA"/>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5005" autoAdjust="0"/>
    <p:restoredTop sz="94660"/>
  </p:normalViewPr>
  <p:slideViewPr>
    <p:cSldViewPr snapToGrid="0">
      <p:cViewPr varScale="1">
        <p:scale>
          <a:sx n="82" d="100"/>
          <a:sy n="82" d="100"/>
        </p:scale>
        <p:origin x="72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شريحة عنوان">
    <p:spTree>
      <p:nvGrpSpPr>
        <p:cNvPr id="1" name=""/>
        <p:cNvGrpSpPr/>
        <p:nvPr/>
      </p:nvGrpSpPr>
      <p:grpSpPr>
        <a:xfrm>
          <a:off x="0" y="0"/>
          <a:ext cx="0" cy="0"/>
          <a:chOff x="0" y="0"/>
          <a:chExt cx="0" cy="0"/>
        </a:xfrm>
      </p:grpSpPr>
      <p:sp>
        <p:nvSpPr>
          <p:cNvPr id="2" name="عنوان 1">
            <a:extLst>
              <a:ext uri="{FF2B5EF4-FFF2-40B4-BE49-F238E27FC236}">
                <a16:creationId xmlns:a16="http://schemas.microsoft.com/office/drawing/2014/main" id="{94F3E957-1C76-BB63-C202-BCF2E388878B}"/>
              </a:ext>
            </a:extLst>
          </p:cNvPr>
          <p:cNvSpPr>
            <a:spLocks noGrp="1"/>
          </p:cNvSpPr>
          <p:nvPr>
            <p:ph type="ctrTitle"/>
          </p:nvPr>
        </p:nvSpPr>
        <p:spPr>
          <a:xfrm>
            <a:off x="1524000" y="1122363"/>
            <a:ext cx="9144000" cy="2387600"/>
          </a:xfrm>
        </p:spPr>
        <p:txBody>
          <a:bodyPr anchor="b"/>
          <a:lstStyle>
            <a:lvl1pPr algn="ctr">
              <a:defRPr sz="6000"/>
            </a:lvl1pPr>
          </a:lstStyle>
          <a:p>
            <a:r>
              <a:rPr lang="ar-SA"/>
              <a:t>انقر لتحرير نمط عنوان الشكل الرئيسي</a:t>
            </a:r>
          </a:p>
        </p:txBody>
      </p:sp>
      <p:sp>
        <p:nvSpPr>
          <p:cNvPr id="3" name="عنوان فرعي 2">
            <a:extLst>
              <a:ext uri="{FF2B5EF4-FFF2-40B4-BE49-F238E27FC236}">
                <a16:creationId xmlns:a16="http://schemas.microsoft.com/office/drawing/2014/main" id="{5336A8E6-1093-E487-E0BF-3CC0FBF14CE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ar-SA"/>
              <a:t>انقر لتحرير نمط العنوان الفرعي للشكل الرئيسي</a:t>
            </a:r>
          </a:p>
        </p:txBody>
      </p:sp>
      <p:sp>
        <p:nvSpPr>
          <p:cNvPr id="4" name="عنصر نائب للتاريخ 3">
            <a:extLst>
              <a:ext uri="{FF2B5EF4-FFF2-40B4-BE49-F238E27FC236}">
                <a16:creationId xmlns:a16="http://schemas.microsoft.com/office/drawing/2014/main" id="{C03E4D22-04D9-0E5E-5C63-D129AD27F3D3}"/>
              </a:ext>
            </a:extLst>
          </p:cNvPr>
          <p:cNvSpPr>
            <a:spLocks noGrp="1"/>
          </p:cNvSpPr>
          <p:nvPr>
            <p:ph type="dt" sz="half" idx="10"/>
          </p:nvPr>
        </p:nvSpPr>
        <p:spPr/>
        <p:txBody>
          <a:bodyPr/>
          <a:lstStyle/>
          <a:p>
            <a:fld id="{096A8431-2457-4B17-8EAD-CB7DD7790385}" type="datetimeFigureOut">
              <a:rPr lang="ar-SA" smtClean="0"/>
              <a:t>18/09/47</a:t>
            </a:fld>
            <a:endParaRPr lang="ar-SA"/>
          </a:p>
        </p:txBody>
      </p:sp>
      <p:sp>
        <p:nvSpPr>
          <p:cNvPr id="5" name="عنصر نائب للتذييل 4">
            <a:extLst>
              <a:ext uri="{FF2B5EF4-FFF2-40B4-BE49-F238E27FC236}">
                <a16:creationId xmlns:a16="http://schemas.microsoft.com/office/drawing/2014/main" id="{FB88D1B4-9E5D-6395-5549-BE2D7FCAB5FA}"/>
              </a:ext>
            </a:extLst>
          </p:cNvPr>
          <p:cNvSpPr>
            <a:spLocks noGrp="1"/>
          </p:cNvSpPr>
          <p:nvPr>
            <p:ph type="ftr" sz="quarter" idx="11"/>
          </p:nvPr>
        </p:nvSpPr>
        <p:spPr/>
        <p:txBody>
          <a:bodyPr/>
          <a:lstStyle/>
          <a:p>
            <a:endParaRPr lang="ar-SA"/>
          </a:p>
        </p:txBody>
      </p:sp>
      <p:sp>
        <p:nvSpPr>
          <p:cNvPr id="6" name="عنصر نائب لرقم الشريحة 5">
            <a:extLst>
              <a:ext uri="{FF2B5EF4-FFF2-40B4-BE49-F238E27FC236}">
                <a16:creationId xmlns:a16="http://schemas.microsoft.com/office/drawing/2014/main" id="{543EE8A5-13E4-F03F-A228-3E8CB26532FA}"/>
              </a:ext>
            </a:extLst>
          </p:cNvPr>
          <p:cNvSpPr>
            <a:spLocks noGrp="1"/>
          </p:cNvSpPr>
          <p:nvPr>
            <p:ph type="sldNum" sz="quarter" idx="12"/>
          </p:nvPr>
        </p:nvSpPr>
        <p:spPr/>
        <p:txBody>
          <a:bodyPr/>
          <a:lstStyle/>
          <a:p>
            <a:fld id="{686C7275-70AE-4EAC-9F52-438E3B9A04EE}" type="slidenum">
              <a:rPr lang="ar-SA" smtClean="0"/>
              <a:t>‹#›</a:t>
            </a:fld>
            <a:endParaRPr lang="ar-SA"/>
          </a:p>
        </p:txBody>
      </p:sp>
    </p:spTree>
    <p:extLst>
      <p:ext uri="{BB962C8B-B14F-4D97-AF65-F5344CB8AC3E}">
        <p14:creationId xmlns:p14="http://schemas.microsoft.com/office/powerpoint/2010/main" val="5804599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عنوان ومحتوى">
    <p:spTree>
      <p:nvGrpSpPr>
        <p:cNvPr id="1" name=""/>
        <p:cNvGrpSpPr/>
        <p:nvPr/>
      </p:nvGrpSpPr>
      <p:grpSpPr>
        <a:xfrm>
          <a:off x="0" y="0"/>
          <a:ext cx="0" cy="0"/>
          <a:chOff x="0" y="0"/>
          <a:chExt cx="0" cy="0"/>
        </a:xfrm>
      </p:grpSpPr>
      <p:sp>
        <p:nvSpPr>
          <p:cNvPr id="2" name="عنوان 1">
            <a:extLst>
              <a:ext uri="{FF2B5EF4-FFF2-40B4-BE49-F238E27FC236}">
                <a16:creationId xmlns:a16="http://schemas.microsoft.com/office/drawing/2014/main" id="{2FA433B2-A226-F119-DAC1-8CD454226DFF}"/>
              </a:ext>
            </a:extLst>
          </p:cNvPr>
          <p:cNvSpPr>
            <a:spLocks noGrp="1"/>
          </p:cNvSpPr>
          <p:nvPr>
            <p:ph type="title"/>
          </p:nvPr>
        </p:nvSpPr>
        <p:spPr/>
        <p:txBody>
          <a:bodyPr/>
          <a:lstStyle/>
          <a:p>
            <a:r>
              <a:rPr lang="ar-SA"/>
              <a:t>انقر لتحرير نمط عنوان الشكل الرئيسي</a:t>
            </a:r>
          </a:p>
        </p:txBody>
      </p:sp>
      <p:sp>
        <p:nvSpPr>
          <p:cNvPr id="3" name="عنصر نائب للمحتوى 2">
            <a:extLst>
              <a:ext uri="{FF2B5EF4-FFF2-40B4-BE49-F238E27FC236}">
                <a16:creationId xmlns:a16="http://schemas.microsoft.com/office/drawing/2014/main" id="{94068328-1686-6FE4-6032-D4A56D6E4338}"/>
              </a:ext>
            </a:extLst>
          </p:cNvPr>
          <p:cNvSpPr>
            <a:spLocks noGrp="1"/>
          </p:cNvSpPr>
          <p:nvPr>
            <p:ph idx="1"/>
          </p:nvPr>
        </p:nvSpPr>
        <p:spPr/>
        <p:txBody>
          <a:bodyPr/>
          <a:lstStyle/>
          <a:p>
            <a:pPr lvl="0"/>
            <a:r>
              <a:rPr lang="ar-SA"/>
              <a:t>انقر لتحرير أنماط نص الشكل الرئيسي</a:t>
            </a:r>
          </a:p>
          <a:p>
            <a:pPr lvl="1"/>
            <a:r>
              <a:rPr lang="ar-SA"/>
              <a:t>المستوى الثاني</a:t>
            </a:r>
          </a:p>
          <a:p>
            <a:pPr lvl="2"/>
            <a:r>
              <a:rPr lang="ar-SA"/>
              <a:t>المستوى الثالث</a:t>
            </a:r>
          </a:p>
          <a:p>
            <a:pPr lvl="3"/>
            <a:r>
              <a:rPr lang="ar-SA"/>
              <a:t>المستوى الرابع</a:t>
            </a:r>
          </a:p>
          <a:p>
            <a:pPr lvl="4"/>
            <a:r>
              <a:rPr lang="ar-SA"/>
              <a:t>المستوى الخامس</a:t>
            </a:r>
          </a:p>
        </p:txBody>
      </p:sp>
      <p:sp>
        <p:nvSpPr>
          <p:cNvPr id="4" name="عنصر نائب للتاريخ 3">
            <a:extLst>
              <a:ext uri="{FF2B5EF4-FFF2-40B4-BE49-F238E27FC236}">
                <a16:creationId xmlns:a16="http://schemas.microsoft.com/office/drawing/2014/main" id="{8A077FAF-1589-8E4D-9F12-8FDD9B0FEF70}"/>
              </a:ext>
            </a:extLst>
          </p:cNvPr>
          <p:cNvSpPr>
            <a:spLocks noGrp="1"/>
          </p:cNvSpPr>
          <p:nvPr>
            <p:ph type="dt" sz="half" idx="10"/>
          </p:nvPr>
        </p:nvSpPr>
        <p:spPr/>
        <p:txBody>
          <a:bodyPr/>
          <a:lstStyle/>
          <a:p>
            <a:fld id="{096A8431-2457-4B17-8EAD-CB7DD7790385}" type="datetimeFigureOut">
              <a:rPr lang="ar-SA" smtClean="0"/>
              <a:t>18/09/47</a:t>
            </a:fld>
            <a:endParaRPr lang="ar-SA"/>
          </a:p>
        </p:txBody>
      </p:sp>
      <p:sp>
        <p:nvSpPr>
          <p:cNvPr id="5" name="عنصر نائب للتذييل 4">
            <a:extLst>
              <a:ext uri="{FF2B5EF4-FFF2-40B4-BE49-F238E27FC236}">
                <a16:creationId xmlns:a16="http://schemas.microsoft.com/office/drawing/2014/main" id="{9C583B27-95F5-2B58-FF3C-75D66DF0119F}"/>
              </a:ext>
            </a:extLst>
          </p:cNvPr>
          <p:cNvSpPr>
            <a:spLocks noGrp="1"/>
          </p:cNvSpPr>
          <p:nvPr>
            <p:ph type="ftr" sz="quarter" idx="11"/>
          </p:nvPr>
        </p:nvSpPr>
        <p:spPr/>
        <p:txBody>
          <a:bodyPr/>
          <a:lstStyle/>
          <a:p>
            <a:endParaRPr lang="ar-SA"/>
          </a:p>
        </p:txBody>
      </p:sp>
      <p:sp>
        <p:nvSpPr>
          <p:cNvPr id="6" name="عنصر نائب لرقم الشريحة 5">
            <a:extLst>
              <a:ext uri="{FF2B5EF4-FFF2-40B4-BE49-F238E27FC236}">
                <a16:creationId xmlns:a16="http://schemas.microsoft.com/office/drawing/2014/main" id="{15BE3BBC-A668-A53E-9591-E9A3FF98157F}"/>
              </a:ext>
            </a:extLst>
          </p:cNvPr>
          <p:cNvSpPr>
            <a:spLocks noGrp="1"/>
          </p:cNvSpPr>
          <p:nvPr>
            <p:ph type="sldNum" sz="quarter" idx="12"/>
          </p:nvPr>
        </p:nvSpPr>
        <p:spPr/>
        <p:txBody>
          <a:bodyPr/>
          <a:lstStyle/>
          <a:p>
            <a:fld id="{686C7275-70AE-4EAC-9F52-438E3B9A04EE}" type="slidenum">
              <a:rPr lang="ar-SA" smtClean="0"/>
              <a:t>‹#›</a:t>
            </a:fld>
            <a:endParaRPr lang="ar-SA"/>
          </a:p>
        </p:txBody>
      </p:sp>
    </p:spTree>
    <p:extLst>
      <p:ext uri="{BB962C8B-B14F-4D97-AF65-F5344CB8AC3E}">
        <p14:creationId xmlns:p14="http://schemas.microsoft.com/office/powerpoint/2010/main" val="12214687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عنوان المقطع">
    <p:spTree>
      <p:nvGrpSpPr>
        <p:cNvPr id="1" name=""/>
        <p:cNvGrpSpPr/>
        <p:nvPr/>
      </p:nvGrpSpPr>
      <p:grpSpPr>
        <a:xfrm>
          <a:off x="0" y="0"/>
          <a:ext cx="0" cy="0"/>
          <a:chOff x="0" y="0"/>
          <a:chExt cx="0" cy="0"/>
        </a:xfrm>
      </p:grpSpPr>
      <p:sp>
        <p:nvSpPr>
          <p:cNvPr id="2" name="عنوان 1">
            <a:extLst>
              <a:ext uri="{FF2B5EF4-FFF2-40B4-BE49-F238E27FC236}">
                <a16:creationId xmlns:a16="http://schemas.microsoft.com/office/drawing/2014/main" id="{8B28B023-0246-D85F-7258-50A88E6FE964}"/>
              </a:ext>
            </a:extLst>
          </p:cNvPr>
          <p:cNvSpPr>
            <a:spLocks noGrp="1"/>
          </p:cNvSpPr>
          <p:nvPr>
            <p:ph type="title"/>
          </p:nvPr>
        </p:nvSpPr>
        <p:spPr>
          <a:xfrm>
            <a:off x="831850" y="1709738"/>
            <a:ext cx="10515600" cy="2852737"/>
          </a:xfrm>
        </p:spPr>
        <p:txBody>
          <a:bodyPr anchor="b"/>
          <a:lstStyle>
            <a:lvl1pPr>
              <a:defRPr sz="6000"/>
            </a:lvl1pPr>
          </a:lstStyle>
          <a:p>
            <a:r>
              <a:rPr lang="ar-SA"/>
              <a:t>انقر لتحرير نمط عنوان الشكل الرئيسي</a:t>
            </a:r>
          </a:p>
        </p:txBody>
      </p:sp>
      <p:sp>
        <p:nvSpPr>
          <p:cNvPr id="3" name="عنصر نائب للنص 2">
            <a:extLst>
              <a:ext uri="{FF2B5EF4-FFF2-40B4-BE49-F238E27FC236}">
                <a16:creationId xmlns:a16="http://schemas.microsoft.com/office/drawing/2014/main" id="{9E55503F-B3F9-3BD3-2595-1F140CFE104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ar-SA"/>
              <a:t>انقر لتحرير أنماط نص الشكل الرئيسي</a:t>
            </a:r>
          </a:p>
        </p:txBody>
      </p:sp>
      <p:sp>
        <p:nvSpPr>
          <p:cNvPr id="4" name="عنصر نائب للتاريخ 3">
            <a:extLst>
              <a:ext uri="{FF2B5EF4-FFF2-40B4-BE49-F238E27FC236}">
                <a16:creationId xmlns:a16="http://schemas.microsoft.com/office/drawing/2014/main" id="{C2695CBD-DFC8-35CA-4D77-284D80986686}"/>
              </a:ext>
            </a:extLst>
          </p:cNvPr>
          <p:cNvSpPr>
            <a:spLocks noGrp="1"/>
          </p:cNvSpPr>
          <p:nvPr>
            <p:ph type="dt" sz="half" idx="10"/>
          </p:nvPr>
        </p:nvSpPr>
        <p:spPr/>
        <p:txBody>
          <a:bodyPr/>
          <a:lstStyle/>
          <a:p>
            <a:fld id="{096A8431-2457-4B17-8EAD-CB7DD7790385}" type="datetimeFigureOut">
              <a:rPr lang="ar-SA" smtClean="0"/>
              <a:t>18/09/47</a:t>
            </a:fld>
            <a:endParaRPr lang="ar-SA"/>
          </a:p>
        </p:txBody>
      </p:sp>
      <p:sp>
        <p:nvSpPr>
          <p:cNvPr id="5" name="عنصر نائب للتذييل 4">
            <a:extLst>
              <a:ext uri="{FF2B5EF4-FFF2-40B4-BE49-F238E27FC236}">
                <a16:creationId xmlns:a16="http://schemas.microsoft.com/office/drawing/2014/main" id="{A1900813-C161-D8F2-1719-F0C065ABAB40}"/>
              </a:ext>
            </a:extLst>
          </p:cNvPr>
          <p:cNvSpPr>
            <a:spLocks noGrp="1"/>
          </p:cNvSpPr>
          <p:nvPr>
            <p:ph type="ftr" sz="quarter" idx="11"/>
          </p:nvPr>
        </p:nvSpPr>
        <p:spPr/>
        <p:txBody>
          <a:bodyPr/>
          <a:lstStyle/>
          <a:p>
            <a:endParaRPr lang="ar-SA"/>
          </a:p>
        </p:txBody>
      </p:sp>
      <p:sp>
        <p:nvSpPr>
          <p:cNvPr id="6" name="عنصر نائب لرقم الشريحة 5">
            <a:extLst>
              <a:ext uri="{FF2B5EF4-FFF2-40B4-BE49-F238E27FC236}">
                <a16:creationId xmlns:a16="http://schemas.microsoft.com/office/drawing/2014/main" id="{FFC24FEE-16B9-23D5-5634-188678AC2694}"/>
              </a:ext>
            </a:extLst>
          </p:cNvPr>
          <p:cNvSpPr>
            <a:spLocks noGrp="1"/>
          </p:cNvSpPr>
          <p:nvPr>
            <p:ph type="sldNum" sz="quarter" idx="12"/>
          </p:nvPr>
        </p:nvSpPr>
        <p:spPr/>
        <p:txBody>
          <a:bodyPr/>
          <a:lstStyle/>
          <a:p>
            <a:fld id="{686C7275-70AE-4EAC-9F52-438E3B9A04EE}" type="slidenum">
              <a:rPr lang="ar-SA" smtClean="0"/>
              <a:t>‹#›</a:t>
            </a:fld>
            <a:endParaRPr lang="ar-SA"/>
          </a:p>
        </p:txBody>
      </p:sp>
    </p:spTree>
    <p:extLst>
      <p:ext uri="{BB962C8B-B14F-4D97-AF65-F5344CB8AC3E}">
        <p14:creationId xmlns:p14="http://schemas.microsoft.com/office/powerpoint/2010/main" val="12380238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محتويان">
    <p:spTree>
      <p:nvGrpSpPr>
        <p:cNvPr id="1" name=""/>
        <p:cNvGrpSpPr/>
        <p:nvPr/>
      </p:nvGrpSpPr>
      <p:grpSpPr>
        <a:xfrm>
          <a:off x="0" y="0"/>
          <a:ext cx="0" cy="0"/>
          <a:chOff x="0" y="0"/>
          <a:chExt cx="0" cy="0"/>
        </a:xfrm>
      </p:grpSpPr>
      <p:sp>
        <p:nvSpPr>
          <p:cNvPr id="2" name="عنوان 1">
            <a:extLst>
              <a:ext uri="{FF2B5EF4-FFF2-40B4-BE49-F238E27FC236}">
                <a16:creationId xmlns:a16="http://schemas.microsoft.com/office/drawing/2014/main" id="{FA0A96E1-4883-00EC-56A5-D2AE57131BB5}"/>
              </a:ext>
            </a:extLst>
          </p:cNvPr>
          <p:cNvSpPr>
            <a:spLocks noGrp="1"/>
          </p:cNvSpPr>
          <p:nvPr>
            <p:ph type="title"/>
          </p:nvPr>
        </p:nvSpPr>
        <p:spPr/>
        <p:txBody>
          <a:bodyPr/>
          <a:lstStyle/>
          <a:p>
            <a:r>
              <a:rPr lang="ar-SA"/>
              <a:t>انقر لتحرير نمط عنوان الشكل الرئيسي</a:t>
            </a:r>
          </a:p>
        </p:txBody>
      </p:sp>
      <p:sp>
        <p:nvSpPr>
          <p:cNvPr id="3" name="عنصر نائب للمحتوى 2">
            <a:extLst>
              <a:ext uri="{FF2B5EF4-FFF2-40B4-BE49-F238E27FC236}">
                <a16:creationId xmlns:a16="http://schemas.microsoft.com/office/drawing/2014/main" id="{B5034E36-CFED-19CC-9762-1440B4E2682A}"/>
              </a:ext>
            </a:extLst>
          </p:cNvPr>
          <p:cNvSpPr>
            <a:spLocks noGrp="1"/>
          </p:cNvSpPr>
          <p:nvPr>
            <p:ph sz="half" idx="1"/>
          </p:nvPr>
        </p:nvSpPr>
        <p:spPr>
          <a:xfrm>
            <a:off x="838200" y="1825625"/>
            <a:ext cx="5181600" cy="4351338"/>
          </a:xfrm>
        </p:spPr>
        <p:txBody>
          <a:bodyPr/>
          <a:lstStyle/>
          <a:p>
            <a:pPr lvl="0"/>
            <a:r>
              <a:rPr lang="ar-SA"/>
              <a:t>انقر لتحرير أنماط نص الشكل الرئيسي</a:t>
            </a:r>
          </a:p>
          <a:p>
            <a:pPr lvl="1"/>
            <a:r>
              <a:rPr lang="ar-SA"/>
              <a:t>المستوى الثاني</a:t>
            </a:r>
          </a:p>
          <a:p>
            <a:pPr lvl="2"/>
            <a:r>
              <a:rPr lang="ar-SA"/>
              <a:t>المستوى الثالث</a:t>
            </a:r>
          </a:p>
          <a:p>
            <a:pPr lvl="3"/>
            <a:r>
              <a:rPr lang="ar-SA"/>
              <a:t>المستوى الرابع</a:t>
            </a:r>
          </a:p>
          <a:p>
            <a:pPr lvl="4"/>
            <a:r>
              <a:rPr lang="ar-SA"/>
              <a:t>المستوى الخامس</a:t>
            </a:r>
          </a:p>
        </p:txBody>
      </p:sp>
      <p:sp>
        <p:nvSpPr>
          <p:cNvPr id="4" name="عنصر نائب للمحتوى 3">
            <a:extLst>
              <a:ext uri="{FF2B5EF4-FFF2-40B4-BE49-F238E27FC236}">
                <a16:creationId xmlns:a16="http://schemas.microsoft.com/office/drawing/2014/main" id="{16AABB04-9765-FB2E-E935-97185CF7C51A}"/>
              </a:ext>
            </a:extLst>
          </p:cNvPr>
          <p:cNvSpPr>
            <a:spLocks noGrp="1"/>
          </p:cNvSpPr>
          <p:nvPr>
            <p:ph sz="half" idx="2"/>
          </p:nvPr>
        </p:nvSpPr>
        <p:spPr>
          <a:xfrm>
            <a:off x="6172200" y="1825625"/>
            <a:ext cx="5181600" cy="4351338"/>
          </a:xfrm>
        </p:spPr>
        <p:txBody>
          <a:bodyPr/>
          <a:lstStyle/>
          <a:p>
            <a:pPr lvl="0"/>
            <a:r>
              <a:rPr lang="ar-SA"/>
              <a:t>انقر لتحرير أنماط نص الشكل الرئيسي</a:t>
            </a:r>
          </a:p>
          <a:p>
            <a:pPr lvl="1"/>
            <a:r>
              <a:rPr lang="ar-SA"/>
              <a:t>المستوى الثاني</a:t>
            </a:r>
          </a:p>
          <a:p>
            <a:pPr lvl="2"/>
            <a:r>
              <a:rPr lang="ar-SA"/>
              <a:t>المستوى الثالث</a:t>
            </a:r>
          </a:p>
          <a:p>
            <a:pPr lvl="3"/>
            <a:r>
              <a:rPr lang="ar-SA"/>
              <a:t>المستوى الرابع</a:t>
            </a:r>
          </a:p>
          <a:p>
            <a:pPr lvl="4"/>
            <a:r>
              <a:rPr lang="ar-SA"/>
              <a:t>المستوى الخامس</a:t>
            </a:r>
          </a:p>
        </p:txBody>
      </p:sp>
      <p:sp>
        <p:nvSpPr>
          <p:cNvPr id="5" name="عنصر نائب للتاريخ 4">
            <a:extLst>
              <a:ext uri="{FF2B5EF4-FFF2-40B4-BE49-F238E27FC236}">
                <a16:creationId xmlns:a16="http://schemas.microsoft.com/office/drawing/2014/main" id="{F248EA6C-D421-1EB5-0D95-915EC64E8FFA}"/>
              </a:ext>
            </a:extLst>
          </p:cNvPr>
          <p:cNvSpPr>
            <a:spLocks noGrp="1"/>
          </p:cNvSpPr>
          <p:nvPr>
            <p:ph type="dt" sz="half" idx="10"/>
          </p:nvPr>
        </p:nvSpPr>
        <p:spPr/>
        <p:txBody>
          <a:bodyPr/>
          <a:lstStyle/>
          <a:p>
            <a:fld id="{096A8431-2457-4B17-8EAD-CB7DD7790385}" type="datetimeFigureOut">
              <a:rPr lang="ar-SA" smtClean="0"/>
              <a:t>18/09/47</a:t>
            </a:fld>
            <a:endParaRPr lang="ar-SA"/>
          </a:p>
        </p:txBody>
      </p:sp>
      <p:sp>
        <p:nvSpPr>
          <p:cNvPr id="6" name="عنصر نائب للتذييل 5">
            <a:extLst>
              <a:ext uri="{FF2B5EF4-FFF2-40B4-BE49-F238E27FC236}">
                <a16:creationId xmlns:a16="http://schemas.microsoft.com/office/drawing/2014/main" id="{F06F8FB0-31E8-62BA-E96F-D949DD124D42}"/>
              </a:ext>
            </a:extLst>
          </p:cNvPr>
          <p:cNvSpPr>
            <a:spLocks noGrp="1"/>
          </p:cNvSpPr>
          <p:nvPr>
            <p:ph type="ftr" sz="quarter" idx="11"/>
          </p:nvPr>
        </p:nvSpPr>
        <p:spPr/>
        <p:txBody>
          <a:bodyPr/>
          <a:lstStyle/>
          <a:p>
            <a:endParaRPr lang="ar-SA"/>
          </a:p>
        </p:txBody>
      </p:sp>
      <p:sp>
        <p:nvSpPr>
          <p:cNvPr id="7" name="عنصر نائب لرقم الشريحة 6">
            <a:extLst>
              <a:ext uri="{FF2B5EF4-FFF2-40B4-BE49-F238E27FC236}">
                <a16:creationId xmlns:a16="http://schemas.microsoft.com/office/drawing/2014/main" id="{A9139043-CA3C-1A2D-051B-DC5BD9EF8D1B}"/>
              </a:ext>
            </a:extLst>
          </p:cNvPr>
          <p:cNvSpPr>
            <a:spLocks noGrp="1"/>
          </p:cNvSpPr>
          <p:nvPr>
            <p:ph type="sldNum" sz="quarter" idx="12"/>
          </p:nvPr>
        </p:nvSpPr>
        <p:spPr/>
        <p:txBody>
          <a:bodyPr/>
          <a:lstStyle/>
          <a:p>
            <a:fld id="{686C7275-70AE-4EAC-9F52-438E3B9A04EE}" type="slidenum">
              <a:rPr lang="ar-SA" smtClean="0"/>
              <a:t>‹#›</a:t>
            </a:fld>
            <a:endParaRPr lang="ar-SA"/>
          </a:p>
        </p:txBody>
      </p:sp>
    </p:spTree>
    <p:extLst>
      <p:ext uri="{BB962C8B-B14F-4D97-AF65-F5344CB8AC3E}">
        <p14:creationId xmlns:p14="http://schemas.microsoft.com/office/powerpoint/2010/main" val="2178079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مقارنة">
    <p:spTree>
      <p:nvGrpSpPr>
        <p:cNvPr id="1" name=""/>
        <p:cNvGrpSpPr/>
        <p:nvPr/>
      </p:nvGrpSpPr>
      <p:grpSpPr>
        <a:xfrm>
          <a:off x="0" y="0"/>
          <a:ext cx="0" cy="0"/>
          <a:chOff x="0" y="0"/>
          <a:chExt cx="0" cy="0"/>
        </a:xfrm>
      </p:grpSpPr>
      <p:sp>
        <p:nvSpPr>
          <p:cNvPr id="2" name="عنوان 1">
            <a:extLst>
              <a:ext uri="{FF2B5EF4-FFF2-40B4-BE49-F238E27FC236}">
                <a16:creationId xmlns:a16="http://schemas.microsoft.com/office/drawing/2014/main" id="{D0C295EF-27F3-DCEF-32E0-4C5F0EED2F53}"/>
              </a:ext>
            </a:extLst>
          </p:cNvPr>
          <p:cNvSpPr>
            <a:spLocks noGrp="1"/>
          </p:cNvSpPr>
          <p:nvPr>
            <p:ph type="title"/>
          </p:nvPr>
        </p:nvSpPr>
        <p:spPr>
          <a:xfrm>
            <a:off x="839788" y="365125"/>
            <a:ext cx="10515600" cy="1325563"/>
          </a:xfrm>
        </p:spPr>
        <p:txBody>
          <a:bodyPr/>
          <a:lstStyle/>
          <a:p>
            <a:r>
              <a:rPr lang="ar-SA"/>
              <a:t>انقر لتحرير نمط عنوان الشكل الرئيسي</a:t>
            </a:r>
          </a:p>
        </p:txBody>
      </p:sp>
      <p:sp>
        <p:nvSpPr>
          <p:cNvPr id="3" name="عنصر نائب للنص 2">
            <a:extLst>
              <a:ext uri="{FF2B5EF4-FFF2-40B4-BE49-F238E27FC236}">
                <a16:creationId xmlns:a16="http://schemas.microsoft.com/office/drawing/2014/main" id="{A20999BE-2B88-26DD-664D-468C356CF5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ar-SA"/>
              <a:t>انقر لتحرير أنماط نص الشكل الرئيسي</a:t>
            </a:r>
          </a:p>
        </p:txBody>
      </p:sp>
      <p:sp>
        <p:nvSpPr>
          <p:cNvPr id="4" name="عنصر نائب للمحتوى 3">
            <a:extLst>
              <a:ext uri="{FF2B5EF4-FFF2-40B4-BE49-F238E27FC236}">
                <a16:creationId xmlns:a16="http://schemas.microsoft.com/office/drawing/2014/main" id="{43D51DFA-EF3F-A3A3-23BE-93F4D3CABF88}"/>
              </a:ext>
            </a:extLst>
          </p:cNvPr>
          <p:cNvSpPr>
            <a:spLocks noGrp="1"/>
          </p:cNvSpPr>
          <p:nvPr>
            <p:ph sz="half" idx="2"/>
          </p:nvPr>
        </p:nvSpPr>
        <p:spPr>
          <a:xfrm>
            <a:off x="839788" y="2505075"/>
            <a:ext cx="5157787" cy="3684588"/>
          </a:xfrm>
        </p:spPr>
        <p:txBody>
          <a:bodyPr/>
          <a:lstStyle/>
          <a:p>
            <a:pPr lvl="0"/>
            <a:r>
              <a:rPr lang="ar-SA"/>
              <a:t>انقر لتحرير أنماط نص الشكل الرئيسي</a:t>
            </a:r>
          </a:p>
          <a:p>
            <a:pPr lvl="1"/>
            <a:r>
              <a:rPr lang="ar-SA"/>
              <a:t>المستوى الثاني</a:t>
            </a:r>
          </a:p>
          <a:p>
            <a:pPr lvl="2"/>
            <a:r>
              <a:rPr lang="ar-SA"/>
              <a:t>المستوى الثالث</a:t>
            </a:r>
          </a:p>
          <a:p>
            <a:pPr lvl="3"/>
            <a:r>
              <a:rPr lang="ar-SA"/>
              <a:t>المستوى الرابع</a:t>
            </a:r>
          </a:p>
          <a:p>
            <a:pPr lvl="4"/>
            <a:r>
              <a:rPr lang="ar-SA"/>
              <a:t>المستوى الخامس</a:t>
            </a:r>
          </a:p>
        </p:txBody>
      </p:sp>
      <p:sp>
        <p:nvSpPr>
          <p:cNvPr id="5" name="عنصر نائب للنص 4">
            <a:extLst>
              <a:ext uri="{FF2B5EF4-FFF2-40B4-BE49-F238E27FC236}">
                <a16:creationId xmlns:a16="http://schemas.microsoft.com/office/drawing/2014/main" id="{38C5B6A6-D4C2-5160-0A1A-EF13FF1EFC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ar-SA"/>
              <a:t>انقر لتحرير أنماط نص الشكل الرئيسي</a:t>
            </a:r>
          </a:p>
        </p:txBody>
      </p:sp>
      <p:sp>
        <p:nvSpPr>
          <p:cNvPr id="6" name="عنصر نائب للمحتوى 5">
            <a:extLst>
              <a:ext uri="{FF2B5EF4-FFF2-40B4-BE49-F238E27FC236}">
                <a16:creationId xmlns:a16="http://schemas.microsoft.com/office/drawing/2014/main" id="{C8A85D16-E389-D0B8-991D-7DAAF6B1CB79}"/>
              </a:ext>
            </a:extLst>
          </p:cNvPr>
          <p:cNvSpPr>
            <a:spLocks noGrp="1"/>
          </p:cNvSpPr>
          <p:nvPr>
            <p:ph sz="quarter" idx="4"/>
          </p:nvPr>
        </p:nvSpPr>
        <p:spPr>
          <a:xfrm>
            <a:off x="6172200" y="2505075"/>
            <a:ext cx="5183188" cy="3684588"/>
          </a:xfrm>
        </p:spPr>
        <p:txBody>
          <a:bodyPr/>
          <a:lstStyle/>
          <a:p>
            <a:pPr lvl="0"/>
            <a:r>
              <a:rPr lang="ar-SA"/>
              <a:t>انقر لتحرير أنماط نص الشكل الرئيسي</a:t>
            </a:r>
          </a:p>
          <a:p>
            <a:pPr lvl="1"/>
            <a:r>
              <a:rPr lang="ar-SA"/>
              <a:t>المستوى الثاني</a:t>
            </a:r>
          </a:p>
          <a:p>
            <a:pPr lvl="2"/>
            <a:r>
              <a:rPr lang="ar-SA"/>
              <a:t>المستوى الثالث</a:t>
            </a:r>
          </a:p>
          <a:p>
            <a:pPr lvl="3"/>
            <a:r>
              <a:rPr lang="ar-SA"/>
              <a:t>المستوى الرابع</a:t>
            </a:r>
          </a:p>
          <a:p>
            <a:pPr lvl="4"/>
            <a:r>
              <a:rPr lang="ar-SA"/>
              <a:t>المستوى الخامس</a:t>
            </a:r>
          </a:p>
        </p:txBody>
      </p:sp>
      <p:sp>
        <p:nvSpPr>
          <p:cNvPr id="7" name="عنصر نائب للتاريخ 6">
            <a:extLst>
              <a:ext uri="{FF2B5EF4-FFF2-40B4-BE49-F238E27FC236}">
                <a16:creationId xmlns:a16="http://schemas.microsoft.com/office/drawing/2014/main" id="{A1CF1148-3766-B0F2-B7D4-59079AF3788F}"/>
              </a:ext>
            </a:extLst>
          </p:cNvPr>
          <p:cNvSpPr>
            <a:spLocks noGrp="1"/>
          </p:cNvSpPr>
          <p:nvPr>
            <p:ph type="dt" sz="half" idx="10"/>
          </p:nvPr>
        </p:nvSpPr>
        <p:spPr/>
        <p:txBody>
          <a:bodyPr/>
          <a:lstStyle/>
          <a:p>
            <a:fld id="{096A8431-2457-4B17-8EAD-CB7DD7790385}" type="datetimeFigureOut">
              <a:rPr lang="ar-SA" smtClean="0"/>
              <a:t>18/09/47</a:t>
            </a:fld>
            <a:endParaRPr lang="ar-SA"/>
          </a:p>
        </p:txBody>
      </p:sp>
      <p:sp>
        <p:nvSpPr>
          <p:cNvPr id="8" name="عنصر نائب للتذييل 7">
            <a:extLst>
              <a:ext uri="{FF2B5EF4-FFF2-40B4-BE49-F238E27FC236}">
                <a16:creationId xmlns:a16="http://schemas.microsoft.com/office/drawing/2014/main" id="{9BFFADB6-4F56-625B-C7C9-F0886D5240F0}"/>
              </a:ext>
            </a:extLst>
          </p:cNvPr>
          <p:cNvSpPr>
            <a:spLocks noGrp="1"/>
          </p:cNvSpPr>
          <p:nvPr>
            <p:ph type="ftr" sz="quarter" idx="11"/>
          </p:nvPr>
        </p:nvSpPr>
        <p:spPr/>
        <p:txBody>
          <a:bodyPr/>
          <a:lstStyle/>
          <a:p>
            <a:endParaRPr lang="ar-SA"/>
          </a:p>
        </p:txBody>
      </p:sp>
      <p:sp>
        <p:nvSpPr>
          <p:cNvPr id="9" name="عنصر نائب لرقم الشريحة 8">
            <a:extLst>
              <a:ext uri="{FF2B5EF4-FFF2-40B4-BE49-F238E27FC236}">
                <a16:creationId xmlns:a16="http://schemas.microsoft.com/office/drawing/2014/main" id="{50F17430-22F1-0700-525D-1C8B3EF8EC03}"/>
              </a:ext>
            </a:extLst>
          </p:cNvPr>
          <p:cNvSpPr>
            <a:spLocks noGrp="1"/>
          </p:cNvSpPr>
          <p:nvPr>
            <p:ph type="sldNum" sz="quarter" idx="12"/>
          </p:nvPr>
        </p:nvSpPr>
        <p:spPr/>
        <p:txBody>
          <a:bodyPr/>
          <a:lstStyle/>
          <a:p>
            <a:fld id="{686C7275-70AE-4EAC-9F52-438E3B9A04EE}" type="slidenum">
              <a:rPr lang="ar-SA" smtClean="0"/>
              <a:t>‹#›</a:t>
            </a:fld>
            <a:endParaRPr lang="ar-SA"/>
          </a:p>
        </p:txBody>
      </p:sp>
    </p:spTree>
    <p:extLst>
      <p:ext uri="{BB962C8B-B14F-4D97-AF65-F5344CB8AC3E}">
        <p14:creationId xmlns:p14="http://schemas.microsoft.com/office/powerpoint/2010/main" val="28273864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عنوان فقط">
    <p:spTree>
      <p:nvGrpSpPr>
        <p:cNvPr id="1" name=""/>
        <p:cNvGrpSpPr/>
        <p:nvPr/>
      </p:nvGrpSpPr>
      <p:grpSpPr>
        <a:xfrm>
          <a:off x="0" y="0"/>
          <a:ext cx="0" cy="0"/>
          <a:chOff x="0" y="0"/>
          <a:chExt cx="0" cy="0"/>
        </a:xfrm>
      </p:grpSpPr>
      <p:sp>
        <p:nvSpPr>
          <p:cNvPr id="2" name="عنوان 1">
            <a:extLst>
              <a:ext uri="{FF2B5EF4-FFF2-40B4-BE49-F238E27FC236}">
                <a16:creationId xmlns:a16="http://schemas.microsoft.com/office/drawing/2014/main" id="{337901A0-D1FB-5222-FF68-96CE63242C37}"/>
              </a:ext>
            </a:extLst>
          </p:cNvPr>
          <p:cNvSpPr>
            <a:spLocks noGrp="1"/>
          </p:cNvSpPr>
          <p:nvPr>
            <p:ph type="title"/>
          </p:nvPr>
        </p:nvSpPr>
        <p:spPr/>
        <p:txBody>
          <a:bodyPr/>
          <a:lstStyle/>
          <a:p>
            <a:r>
              <a:rPr lang="ar-SA"/>
              <a:t>انقر لتحرير نمط عنوان الشكل الرئيسي</a:t>
            </a:r>
          </a:p>
        </p:txBody>
      </p:sp>
      <p:sp>
        <p:nvSpPr>
          <p:cNvPr id="3" name="عنصر نائب للتاريخ 2">
            <a:extLst>
              <a:ext uri="{FF2B5EF4-FFF2-40B4-BE49-F238E27FC236}">
                <a16:creationId xmlns:a16="http://schemas.microsoft.com/office/drawing/2014/main" id="{265C04BC-6BC6-A2C8-95E7-61008A7D0C82}"/>
              </a:ext>
            </a:extLst>
          </p:cNvPr>
          <p:cNvSpPr>
            <a:spLocks noGrp="1"/>
          </p:cNvSpPr>
          <p:nvPr>
            <p:ph type="dt" sz="half" idx="10"/>
          </p:nvPr>
        </p:nvSpPr>
        <p:spPr/>
        <p:txBody>
          <a:bodyPr/>
          <a:lstStyle/>
          <a:p>
            <a:fld id="{096A8431-2457-4B17-8EAD-CB7DD7790385}" type="datetimeFigureOut">
              <a:rPr lang="ar-SA" smtClean="0"/>
              <a:t>18/09/47</a:t>
            </a:fld>
            <a:endParaRPr lang="ar-SA"/>
          </a:p>
        </p:txBody>
      </p:sp>
      <p:sp>
        <p:nvSpPr>
          <p:cNvPr id="4" name="عنصر نائب للتذييل 3">
            <a:extLst>
              <a:ext uri="{FF2B5EF4-FFF2-40B4-BE49-F238E27FC236}">
                <a16:creationId xmlns:a16="http://schemas.microsoft.com/office/drawing/2014/main" id="{4E5F52C9-E04B-F2A4-3FB4-D030F5F54C5E}"/>
              </a:ext>
            </a:extLst>
          </p:cNvPr>
          <p:cNvSpPr>
            <a:spLocks noGrp="1"/>
          </p:cNvSpPr>
          <p:nvPr>
            <p:ph type="ftr" sz="quarter" idx="11"/>
          </p:nvPr>
        </p:nvSpPr>
        <p:spPr/>
        <p:txBody>
          <a:bodyPr/>
          <a:lstStyle/>
          <a:p>
            <a:endParaRPr lang="ar-SA"/>
          </a:p>
        </p:txBody>
      </p:sp>
      <p:sp>
        <p:nvSpPr>
          <p:cNvPr id="5" name="عنصر نائب لرقم الشريحة 4">
            <a:extLst>
              <a:ext uri="{FF2B5EF4-FFF2-40B4-BE49-F238E27FC236}">
                <a16:creationId xmlns:a16="http://schemas.microsoft.com/office/drawing/2014/main" id="{79832D75-9CAF-1A4A-A573-97F4FDEC7B1C}"/>
              </a:ext>
            </a:extLst>
          </p:cNvPr>
          <p:cNvSpPr>
            <a:spLocks noGrp="1"/>
          </p:cNvSpPr>
          <p:nvPr>
            <p:ph type="sldNum" sz="quarter" idx="12"/>
          </p:nvPr>
        </p:nvSpPr>
        <p:spPr/>
        <p:txBody>
          <a:bodyPr/>
          <a:lstStyle/>
          <a:p>
            <a:fld id="{686C7275-70AE-4EAC-9F52-438E3B9A04EE}" type="slidenum">
              <a:rPr lang="ar-SA" smtClean="0"/>
              <a:t>‹#›</a:t>
            </a:fld>
            <a:endParaRPr lang="ar-SA"/>
          </a:p>
        </p:txBody>
      </p:sp>
    </p:spTree>
    <p:extLst>
      <p:ext uri="{BB962C8B-B14F-4D97-AF65-F5344CB8AC3E}">
        <p14:creationId xmlns:p14="http://schemas.microsoft.com/office/powerpoint/2010/main" val="5642280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فارغ">
    <p:spTree>
      <p:nvGrpSpPr>
        <p:cNvPr id="1" name=""/>
        <p:cNvGrpSpPr/>
        <p:nvPr/>
      </p:nvGrpSpPr>
      <p:grpSpPr>
        <a:xfrm>
          <a:off x="0" y="0"/>
          <a:ext cx="0" cy="0"/>
          <a:chOff x="0" y="0"/>
          <a:chExt cx="0" cy="0"/>
        </a:xfrm>
      </p:grpSpPr>
      <p:sp>
        <p:nvSpPr>
          <p:cNvPr id="2" name="عنصر نائب للتاريخ 1">
            <a:extLst>
              <a:ext uri="{FF2B5EF4-FFF2-40B4-BE49-F238E27FC236}">
                <a16:creationId xmlns:a16="http://schemas.microsoft.com/office/drawing/2014/main" id="{7B05531B-0D51-4845-D04C-230DFA54E760}"/>
              </a:ext>
            </a:extLst>
          </p:cNvPr>
          <p:cNvSpPr>
            <a:spLocks noGrp="1"/>
          </p:cNvSpPr>
          <p:nvPr>
            <p:ph type="dt" sz="half" idx="10"/>
          </p:nvPr>
        </p:nvSpPr>
        <p:spPr/>
        <p:txBody>
          <a:bodyPr/>
          <a:lstStyle/>
          <a:p>
            <a:fld id="{096A8431-2457-4B17-8EAD-CB7DD7790385}" type="datetimeFigureOut">
              <a:rPr lang="ar-SA" smtClean="0"/>
              <a:t>18/09/47</a:t>
            </a:fld>
            <a:endParaRPr lang="ar-SA"/>
          </a:p>
        </p:txBody>
      </p:sp>
      <p:sp>
        <p:nvSpPr>
          <p:cNvPr id="3" name="عنصر نائب للتذييل 2">
            <a:extLst>
              <a:ext uri="{FF2B5EF4-FFF2-40B4-BE49-F238E27FC236}">
                <a16:creationId xmlns:a16="http://schemas.microsoft.com/office/drawing/2014/main" id="{934A2299-E4CE-0556-6BCA-ECE551E62A8B}"/>
              </a:ext>
            </a:extLst>
          </p:cNvPr>
          <p:cNvSpPr>
            <a:spLocks noGrp="1"/>
          </p:cNvSpPr>
          <p:nvPr>
            <p:ph type="ftr" sz="quarter" idx="11"/>
          </p:nvPr>
        </p:nvSpPr>
        <p:spPr/>
        <p:txBody>
          <a:bodyPr/>
          <a:lstStyle/>
          <a:p>
            <a:endParaRPr lang="ar-SA"/>
          </a:p>
        </p:txBody>
      </p:sp>
      <p:sp>
        <p:nvSpPr>
          <p:cNvPr id="4" name="عنصر نائب لرقم الشريحة 3">
            <a:extLst>
              <a:ext uri="{FF2B5EF4-FFF2-40B4-BE49-F238E27FC236}">
                <a16:creationId xmlns:a16="http://schemas.microsoft.com/office/drawing/2014/main" id="{1A1791E1-3A9D-5BF4-50E6-737DF5B7D366}"/>
              </a:ext>
            </a:extLst>
          </p:cNvPr>
          <p:cNvSpPr>
            <a:spLocks noGrp="1"/>
          </p:cNvSpPr>
          <p:nvPr>
            <p:ph type="sldNum" sz="quarter" idx="12"/>
          </p:nvPr>
        </p:nvSpPr>
        <p:spPr/>
        <p:txBody>
          <a:bodyPr/>
          <a:lstStyle/>
          <a:p>
            <a:fld id="{686C7275-70AE-4EAC-9F52-438E3B9A04EE}" type="slidenum">
              <a:rPr lang="ar-SA" smtClean="0"/>
              <a:t>‹#›</a:t>
            </a:fld>
            <a:endParaRPr lang="ar-SA"/>
          </a:p>
        </p:txBody>
      </p:sp>
    </p:spTree>
    <p:extLst>
      <p:ext uri="{BB962C8B-B14F-4D97-AF65-F5344CB8AC3E}">
        <p14:creationId xmlns:p14="http://schemas.microsoft.com/office/powerpoint/2010/main" val="22534361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محتوى مع تسمية توضيحية">
    <p:spTree>
      <p:nvGrpSpPr>
        <p:cNvPr id="1" name=""/>
        <p:cNvGrpSpPr/>
        <p:nvPr/>
      </p:nvGrpSpPr>
      <p:grpSpPr>
        <a:xfrm>
          <a:off x="0" y="0"/>
          <a:ext cx="0" cy="0"/>
          <a:chOff x="0" y="0"/>
          <a:chExt cx="0" cy="0"/>
        </a:xfrm>
      </p:grpSpPr>
      <p:sp>
        <p:nvSpPr>
          <p:cNvPr id="2" name="عنوان 1">
            <a:extLst>
              <a:ext uri="{FF2B5EF4-FFF2-40B4-BE49-F238E27FC236}">
                <a16:creationId xmlns:a16="http://schemas.microsoft.com/office/drawing/2014/main" id="{DDA2A992-CF3F-FAA7-11DD-11D1DD3EB015}"/>
              </a:ext>
            </a:extLst>
          </p:cNvPr>
          <p:cNvSpPr>
            <a:spLocks noGrp="1"/>
          </p:cNvSpPr>
          <p:nvPr>
            <p:ph type="title"/>
          </p:nvPr>
        </p:nvSpPr>
        <p:spPr>
          <a:xfrm>
            <a:off x="839788" y="457200"/>
            <a:ext cx="3932237" cy="1600200"/>
          </a:xfrm>
        </p:spPr>
        <p:txBody>
          <a:bodyPr anchor="b"/>
          <a:lstStyle>
            <a:lvl1pPr>
              <a:defRPr sz="3200"/>
            </a:lvl1pPr>
          </a:lstStyle>
          <a:p>
            <a:r>
              <a:rPr lang="ar-SA"/>
              <a:t>انقر لتحرير نمط عنوان الشكل الرئيسي</a:t>
            </a:r>
          </a:p>
        </p:txBody>
      </p:sp>
      <p:sp>
        <p:nvSpPr>
          <p:cNvPr id="3" name="عنصر نائب للمحتوى 2">
            <a:extLst>
              <a:ext uri="{FF2B5EF4-FFF2-40B4-BE49-F238E27FC236}">
                <a16:creationId xmlns:a16="http://schemas.microsoft.com/office/drawing/2014/main" id="{70AE71DE-143A-BC45-FE76-5F54D9234FE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ar-SA"/>
              <a:t>انقر لتحرير أنماط نص الشكل الرئيسي</a:t>
            </a:r>
          </a:p>
          <a:p>
            <a:pPr lvl="1"/>
            <a:r>
              <a:rPr lang="ar-SA"/>
              <a:t>المستوى الثاني</a:t>
            </a:r>
          </a:p>
          <a:p>
            <a:pPr lvl="2"/>
            <a:r>
              <a:rPr lang="ar-SA"/>
              <a:t>المستوى الثالث</a:t>
            </a:r>
          </a:p>
          <a:p>
            <a:pPr lvl="3"/>
            <a:r>
              <a:rPr lang="ar-SA"/>
              <a:t>المستوى الرابع</a:t>
            </a:r>
          </a:p>
          <a:p>
            <a:pPr lvl="4"/>
            <a:r>
              <a:rPr lang="ar-SA"/>
              <a:t>المستوى الخامس</a:t>
            </a:r>
          </a:p>
        </p:txBody>
      </p:sp>
      <p:sp>
        <p:nvSpPr>
          <p:cNvPr id="4" name="عنصر نائب للنص 3">
            <a:extLst>
              <a:ext uri="{FF2B5EF4-FFF2-40B4-BE49-F238E27FC236}">
                <a16:creationId xmlns:a16="http://schemas.microsoft.com/office/drawing/2014/main" id="{C5D85B43-175E-750C-A36C-01A6074CED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ar-SA"/>
              <a:t>انقر لتحرير أنماط نص الشكل الرئيسي</a:t>
            </a:r>
          </a:p>
        </p:txBody>
      </p:sp>
      <p:sp>
        <p:nvSpPr>
          <p:cNvPr id="5" name="عنصر نائب للتاريخ 4">
            <a:extLst>
              <a:ext uri="{FF2B5EF4-FFF2-40B4-BE49-F238E27FC236}">
                <a16:creationId xmlns:a16="http://schemas.microsoft.com/office/drawing/2014/main" id="{21EC6905-39BD-5FAC-A929-B2E6EFF86266}"/>
              </a:ext>
            </a:extLst>
          </p:cNvPr>
          <p:cNvSpPr>
            <a:spLocks noGrp="1"/>
          </p:cNvSpPr>
          <p:nvPr>
            <p:ph type="dt" sz="half" idx="10"/>
          </p:nvPr>
        </p:nvSpPr>
        <p:spPr/>
        <p:txBody>
          <a:bodyPr/>
          <a:lstStyle/>
          <a:p>
            <a:fld id="{096A8431-2457-4B17-8EAD-CB7DD7790385}" type="datetimeFigureOut">
              <a:rPr lang="ar-SA" smtClean="0"/>
              <a:t>18/09/47</a:t>
            </a:fld>
            <a:endParaRPr lang="ar-SA"/>
          </a:p>
        </p:txBody>
      </p:sp>
      <p:sp>
        <p:nvSpPr>
          <p:cNvPr id="6" name="عنصر نائب للتذييل 5">
            <a:extLst>
              <a:ext uri="{FF2B5EF4-FFF2-40B4-BE49-F238E27FC236}">
                <a16:creationId xmlns:a16="http://schemas.microsoft.com/office/drawing/2014/main" id="{164BA39F-8C75-0D80-7DD8-AABE70216FDE}"/>
              </a:ext>
            </a:extLst>
          </p:cNvPr>
          <p:cNvSpPr>
            <a:spLocks noGrp="1"/>
          </p:cNvSpPr>
          <p:nvPr>
            <p:ph type="ftr" sz="quarter" idx="11"/>
          </p:nvPr>
        </p:nvSpPr>
        <p:spPr/>
        <p:txBody>
          <a:bodyPr/>
          <a:lstStyle/>
          <a:p>
            <a:endParaRPr lang="ar-SA"/>
          </a:p>
        </p:txBody>
      </p:sp>
      <p:sp>
        <p:nvSpPr>
          <p:cNvPr id="7" name="عنصر نائب لرقم الشريحة 6">
            <a:extLst>
              <a:ext uri="{FF2B5EF4-FFF2-40B4-BE49-F238E27FC236}">
                <a16:creationId xmlns:a16="http://schemas.microsoft.com/office/drawing/2014/main" id="{568381F1-B263-8D8C-C71F-044DA7A605CE}"/>
              </a:ext>
            </a:extLst>
          </p:cNvPr>
          <p:cNvSpPr>
            <a:spLocks noGrp="1"/>
          </p:cNvSpPr>
          <p:nvPr>
            <p:ph type="sldNum" sz="quarter" idx="12"/>
          </p:nvPr>
        </p:nvSpPr>
        <p:spPr/>
        <p:txBody>
          <a:bodyPr/>
          <a:lstStyle/>
          <a:p>
            <a:fld id="{686C7275-70AE-4EAC-9F52-438E3B9A04EE}" type="slidenum">
              <a:rPr lang="ar-SA" smtClean="0"/>
              <a:t>‹#›</a:t>
            </a:fld>
            <a:endParaRPr lang="ar-SA"/>
          </a:p>
        </p:txBody>
      </p:sp>
    </p:spTree>
    <p:extLst>
      <p:ext uri="{BB962C8B-B14F-4D97-AF65-F5344CB8AC3E}">
        <p14:creationId xmlns:p14="http://schemas.microsoft.com/office/powerpoint/2010/main" val="18776311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صورة مع تسمية توضيحية">
    <p:spTree>
      <p:nvGrpSpPr>
        <p:cNvPr id="1" name=""/>
        <p:cNvGrpSpPr/>
        <p:nvPr/>
      </p:nvGrpSpPr>
      <p:grpSpPr>
        <a:xfrm>
          <a:off x="0" y="0"/>
          <a:ext cx="0" cy="0"/>
          <a:chOff x="0" y="0"/>
          <a:chExt cx="0" cy="0"/>
        </a:xfrm>
      </p:grpSpPr>
      <p:sp>
        <p:nvSpPr>
          <p:cNvPr id="2" name="عنوان 1">
            <a:extLst>
              <a:ext uri="{FF2B5EF4-FFF2-40B4-BE49-F238E27FC236}">
                <a16:creationId xmlns:a16="http://schemas.microsoft.com/office/drawing/2014/main" id="{AB1E241A-E4B1-0F4D-6F76-18AA4028CA0E}"/>
              </a:ext>
            </a:extLst>
          </p:cNvPr>
          <p:cNvSpPr>
            <a:spLocks noGrp="1"/>
          </p:cNvSpPr>
          <p:nvPr>
            <p:ph type="title"/>
          </p:nvPr>
        </p:nvSpPr>
        <p:spPr>
          <a:xfrm>
            <a:off x="839788" y="457200"/>
            <a:ext cx="3932237" cy="1600200"/>
          </a:xfrm>
        </p:spPr>
        <p:txBody>
          <a:bodyPr anchor="b"/>
          <a:lstStyle>
            <a:lvl1pPr>
              <a:defRPr sz="3200"/>
            </a:lvl1pPr>
          </a:lstStyle>
          <a:p>
            <a:r>
              <a:rPr lang="ar-SA"/>
              <a:t>انقر لتحرير نمط عنوان الشكل الرئيسي</a:t>
            </a:r>
          </a:p>
        </p:txBody>
      </p:sp>
      <p:sp>
        <p:nvSpPr>
          <p:cNvPr id="3" name="عنصر نائب للصورة 2">
            <a:extLst>
              <a:ext uri="{FF2B5EF4-FFF2-40B4-BE49-F238E27FC236}">
                <a16:creationId xmlns:a16="http://schemas.microsoft.com/office/drawing/2014/main" id="{903AC795-CEA2-CF65-9A4C-40100CD769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ar-SA"/>
          </a:p>
        </p:txBody>
      </p:sp>
      <p:sp>
        <p:nvSpPr>
          <p:cNvPr id="4" name="عنصر نائب للنص 3">
            <a:extLst>
              <a:ext uri="{FF2B5EF4-FFF2-40B4-BE49-F238E27FC236}">
                <a16:creationId xmlns:a16="http://schemas.microsoft.com/office/drawing/2014/main" id="{8CF58445-FE9F-F88D-196B-31BC6B2BCE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ar-SA"/>
              <a:t>انقر لتحرير أنماط نص الشكل الرئيسي</a:t>
            </a:r>
          </a:p>
        </p:txBody>
      </p:sp>
      <p:sp>
        <p:nvSpPr>
          <p:cNvPr id="5" name="عنصر نائب للتاريخ 4">
            <a:extLst>
              <a:ext uri="{FF2B5EF4-FFF2-40B4-BE49-F238E27FC236}">
                <a16:creationId xmlns:a16="http://schemas.microsoft.com/office/drawing/2014/main" id="{945B29FB-AA65-BC3A-B124-055165D9BD67}"/>
              </a:ext>
            </a:extLst>
          </p:cNvPr>
          <p:cNvSpPr>
            <a:spLocks noGrp="1"/>
          </p:cNvSpPr>
          <p:nvPr>
            <p:ph type="dt" sz="half" idx="10"/>
          </p:nvPr>
        </p:nvSpPr>
        <p:spPr/>
        <p:txBody>
          <a:bodyPr/>
          <a:lstStyle/>
          <a:p>
            <a:fld id="{096A8431-2457-4B17-8EAD-CB7DD7790385}" type="datetimeFigureOut">
              <a:rPr lang="ar-SA" smtClean="0"/>
              <a:t>18/09/47</a:t>
            </a:fld>
            <a:endParaRPr lang="ar-SA"/>
          </a:p>
        </p:txBody>
      </p:sp>
      <p:sp>
        <p:nvSpPr>
          <p:cNvPr id="6" name="عنصر نائب للتذييل 5">
            <a:extLst>
              <a:ext uri="{FF2B5EF4-FFF2-40B4-BE49-F238E27FC236}">
                <a16:creationId xmlns:a16="http://schemas.microsoft.com/office/drawing/2014/main" id="{E8A1D51D-23F6-C834-AAD1-979A463EB2EB}"/>
              </a:ext>
            </a:extLst>
          </p:cNvPr>
          <p:cNvSpPr>
            <a:spLocks noGrp="1"/>
          </p:cNvSpPr>
          <p:nvPr>
            <p:ph type="ftr" sz="quarter" idx="11"/>
          </p:nvPr>
        </p:nvSpPr>
        <p:spPr/>
        <p:txBody>
          <a:bodyPr/>
          <a:lstStyle/>
          <a:p>
            <a:endParaRPr lang="ar-SA"/>
          </a:p>
        </p:txBody>
      </p:sp>
      <p:sp>
        <p:nvSpPr>
          <p:cNvPr id="7" name="عنصر نائب لرقم الشريحة 6">
            <a:extLst>
              <a:ext uri="{FF2B5EF4-FFF2-40B4-BE49-F238E27FC236}">
                <a16:creationId xmlns:a16="http://schemas.microsoft.com/office/drawing/2014/main" id="{CFE52BFD-B399-8A00-DA33-F9737A804A23}"/>
              </a:ext>
            </a:extLst>
          </p:cNvPr>
          <p:cNvSpPr>
            <a:spLocks noGrp="1"/>
          </p:cNvSpPr>
          <p:nvPr>
            <p:ph type="sldNum" sz="quarter" idx="12"/>
          </p:nvPr>
        </p:nvSpPr>
        <p:spPr/>
        <p:txBody>
          <a:bodyPr/>
          <a:lstStyle/>
          <a:p>
            <a:fld id="{686C7275-70AE-4EAC-9F52-438E3B9A04EE}" type="slidenum">
              <a:rPr lang="ar-SA" smtClean="0"/>
              <a:t>‹#›</a:t>
            </a:fld>
            <a:endParaRPr lang="ar-SA"/>
          </a:p>
        </p:txBody>
      </p:sp>
    </p:spTree>
    <p:extLst>
      <p:ext uri="{BB962C8B-B14F-4D97-AF65-F5344CB8AC3E}">
        <p14:creationId xmlns:p14="http://schemas.microsoft.com/office/powerpoint/2010/main" val="530131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عنوان ونص عمودي">
    <p:spTree>
      <p:nvGrpSpPr>
        <p:cNvPr id="1" name=""/>
        <p:cNvGrpSpPr/>
        <p:nvPr/>
      </p:nvGrpSpPr>
      <p:grpSpPr>
        <a:xfrm>
          <a:off x="0" y="0"/>
          <a:ext cx="0" cy="0"/>
          <a:chOff x="0" y="0"/>
          <a:chExt cx="0" cy="0"/>
        </a:xfrm>
      </p:grpSpPr>
      <p:sp>
        <p:nvSpPr>
          <p:cNvPr id="2" name="عنوان 1">
            <a:extLst>
              <a:ext uri="{FF2B5EF4-FFF2-40B4-BE49-F238E27FC236}">
                <a16:creationId xmlns:a16="http://schemas.microsoft.com/office/drawing/2014/main" id="{BBE52FAC-85A4-CEE8-0E1C-613CA1E2C6E7}"/>
              </a:ext>
            </a:extLst>
          </p:cNvPr>
          <p:cNvSpPr>
            <a:spLocks noGrp="1"/>
          </p:cNvSpPr>
          <p:nvPr>
            <p:ph type="title"/>
          </p:nvPr>
        </p:nvSpPr>
        <p:spPr/>
        <p:txBody>
          <a:bodyPr/>
          <a:lstStyle/>
          <a:p>
            <a:r>
              <a:rPr lang="ar-SA"/>
              <a:t>انقر لتحرير نمط عنوان الشكل الرئيسي</a:t>
            </a:r>
          </a:p>
        </p:txBody>
      </p:sp>
      <p:sp>
        <p:nvSpPr>
          <p:cNvPr id="3" name="عنصر نائب للعنوان العمودي 2">
            <a:extLst>
              <a:ext uri="{FF2B5EF4-FFF2-40B4-BE49-F238E27FC236}">
                <a16:creationId xmlns:a16="http://schemas.microsoft.com/office/drawing/2014/main" id="{FBECCA8A-7CF2-CFA9-8108-F6162AE51D42}"/>
              </a:ext>
            </a:extLst>
          </p:cNvPr>
          <p:cNvSpPr>
            <a:spLocks noGrp="1"/>
          </p:cNvSpPr>
          <p:nvPr>
            <p:ph type="body" orient="vert" idx="1"/>
          </p:nvPr>
        </p:nvSpPr>
        <p:spPr/>
        <p:txBody>
          <a:bodyPr vert="eaVert"/>
          <a:lstStyle/>
          <a:p>
            <a:pPr lvl="0"/>
            <a:r>
              <a:rPr lang="ar-SA"/>
              <a:t>انقر لتحرير أنماط نص الشكل الرئيسي</a:t>
            </a:r>
          </a:p>
          <a:p>
            <a:pPr lvl="1"/>
            <a:r>
              <a:rPr lang="ar-SA"/>
              <a:t>المستوى الثاني</a:t>
            </a:r>
          </a:p>
          <a:p>
            <a:pPr lvl="2"/>
            <a:r>
              <a:rPr lang="ar-SA"/>
              <a:t>المستوى الثالث</a:t>
            </a:r>
          </a:p>
          <a:p>
            <a:pPr lvl="3"/>
            <a:r>
              <a:rPr lang="ar-SA"/>
              <a:t>المستوى الرابع</a:t>
            </a:r>
          </a:p>
          <a:p>
            <a:pPr lvl="4"/>
            <a:r>
              <a:rPr lang="ar-SA"/>
              <a:t>المستوى الخامس</a:t>
            </a:r>
          </a:p>
        </p:txBody>
      </p:sp>
      <p:sp>
        <p:nvSpPr>
          <p:cNvPr id="4" name="عنصر نائب للتاريخ 3">
            <a:extLst>
              <a:ext uri="{FF2B5EF4-FFF2-40B4-BE49-F238E27FC236}">
                <a16:creationId xmlns:a16="http://schemas.microsoft.com/office/drawing/2014/main" id="{C754E377-9D39-7AB5-8BCE-A64763D9E786}"/>
              </a:ext>
            </a:extLst>
          </p:cNvPr>
          <p:cNvSpPr>
            <a:spLocks noGrp="1"/>
          </p:cNvSpPr>
          <p:nvPr>
            <p:ph type="dt" sz="half" idx="10"/>
          </p:nvPr>
        </p:nvSpPr>
        <p:spPr/>
        <p:txBody>
          <a:bodyPr/>
          <a:lstStyle/>
          <a:p>
            <a:fld id="{096A8431-2457-4B17-8EAD-CB7DD7790385}" type="datetimeFigureOut">
              <a:rPr lang="ar-SA" smtClean="0"/>
              <a:t>18/09/47</a:t>
            </a:fld>
            <a:endParaRPr lang="ar-SA"/>
          </a:p>
        </p:txBody>
      </p:sp>
      <p:sp>
        <p:nvSpPr>
          <p:cNvPr id="5" name="عنصر نائب للتذييل 4">
            <a:extLst>
              <a:ext uri="{FF2B5EF4-FFF2-40B4-BE49-F238E27FC236}">
                <a16:creationId xmlns:a16="http://schemas.microsoft.com/office/drawing/2014/main" id="{27B8A41B-E122-ACDA-DE8C-C578F06D39C8}"/>
              </a:ext>
            </a:extLst>
          </p:cNvPr>
          <p:cNvSpPr>
            <a:spLocks noGrp="1"/>
          </p:cNvSpPr>
          <p:nvPr>
            <p:ph type="ftr" sz="quarter" idx="11"/>
          </p:nvPr>
        </p:nvSpPr>
        <p:spPr/>
        <p:txBody>
          <a:bodyPr/>
          <a:lstStyle/>
          <a:p>
            <a:endParaRPr lang="ar-SA"/>
          </a:p>
        </p:txBody>
      </p:sp>
      <p:sp>
        <p:nvSpPr>
          <p:cNvPr id="6" name="عنصر نائب لرقم الشريحة 5">
            <a:extLst>
              <a:ext uri="{FF2B5EF4-FFF2-40B4-BE49-F238E27FC236}">
                <a16:creationId xmlns:a16="http://schemas.microsoft.com/office/drawing/2014/main" id="{4E121FCF-4F3E-8F41-80C1-92ED0EA092C6}"/>
              </a:ext>
            </a:extLst>
          </p:cNvPr>
          <p:cNvSpPr>
            <a:spLocks noGrp="1"/>
          </p:cNvSpPr>
          <p:nvPr>
            <p:ph type="sldNum" sz="quarter" idx="12"/>
          </p:nvPr>
        </p:nvSpPr>
        <p:spPr/>
        <p:txBody>
          <a:bodyPr/>
          <a:lstStyle/>
          <a:p>
            <a:fld id="{686C7275-70AE-4EAC-9F52-438E3B9A04EE}" type="slidenum">
              <a:rPr lang="ar-SA" smtClean="0"/>
              <a:t>‹#›</a:t>
            </a:fld>
            <a:endParaRPr lang="ar-SA"/>
          </a:p>
        </p:txBody>
      </p:sp>
    </p:spTree>
    <p:extLst>
      <p:ext uri="{BB962C8B-B14F-4D97-AF65-F5344CB8AC3E}">
        <p14:creationId xmlns:p14="http://schemas.microsoft.com/office/powerpoint/2010/main" val="21861338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عنوان ونص عموديان">
    <p:spTree>
      <p:nvGrpSpPr>
        <p:cNvPr id="1" name=""/>
        <p:cNvGrpSpPr/>
        <p:nvPr/>
      </p:nvGrpSpPr>
      <p:grpSpPr>
        <a:xfrm>
          <a:off x="0" y="0"/>
          <a:ext cx="0" cy="0"/>
          <a:chOff x="0" y="0"/>
          <a:chExt cx="0" cy="0"/>
        </a:xfrm>
      </p:grpSpPr>
      <p:sp>
        <p:nvSpPr>
          <p:cNvPr id="2" name="عنوان عمودي 1">
            <a:extLst>
              <a:ext uri="{FF2B5EF4-FFF2-40B4-BE49-F238E27FC236}">
                <a16:creationId xmlns:a16="http://schemas.microsoft.com/office/drawing/2014/main" id="{904E7B3E-F722-785E-6FD0-CE66C9E74190}"/>
              </a:ext>
            </a:extLst>
          </p:cNvPr>
          <p:cNvSpPr>
            <a:spLocks noGrp="1"/>
          </p:cNvSpPr>
          <p:nvPr>
            <p:ph type="title" orient="vert"/>
          </p:nvPr>
        </p:nvSpPr>
        <p:spPr>
          <a:xfrm>
            <a:off x="8724900" y="365125"/>
            <a:ext cx="2628900" cy="5811838"/>
          </a:xfrm>
        </p:spPr>
        <p:txBody>
          <a:bodyPr vert="eaVert"/>
          <a:lstStyle/>
          <a:p>
            <a:r>
              <a:rPr lang="ar-SA"/>
              <a:t>انقر لتحرير نمط عنوان الشكل الرئيسي</a:t>
            </a:r>
          </a:p>
        </p:txBody>
      </p:sp>
      <p:sp>
        <p:nvSpPr>
          <p:cNvPr id="3" name="عنصر نائب للعنوان العمودي 2">
            <a:extLst>
              <a:ext uri="{FF2B5EF4-FFF2-40B4-BE49-F238E27FC236}">
                <a16:creationId xmlns:a16="http://schemas.microsoft.com/office/drawing/2014/main" id="{E0539051-7380-9AFA-823E-0ECC676F7427}"/>
              </a:ext>
            </a:extLst>
          </p:cNvPr>
          <p:cNvSpPr>
            <a:spLocks noGrp="1"/>
          </p:cNvSpPr>
          <p:nvPr>
            <p:ph type="body" orient="vert" idx="1"/>
          </p:nvPr>
        </p:nvSpPr>
        <p:spPr>
          <a:xfrm>
            <a:off x="838200" y="365125"/>
            <a:ext cx="7734300" cy="5811838"/>
          </a:xfrm>
        </p:spPr>
        <p:txBody>
          <a:bodyPr vert="eaVert"/>
          <a:lstStyle/>
          <a:p>
            <a:pPr lvl="0"/>
            <a:r>
              <a:rPr lang="ar-SA"/>
              <a:t>انقر لتحرير أنماط نص الشكل الرئيسي</a:t>
            </a:r>
          </a:p>
          <a:p>
            <a:pPr lvl="1"/>
            <a:r>
              <a:rPr lang="ar-SA"/>
              <a:t>المستوى الثاني</a:t>
            </a:r>
          </a:p>
          <a:p>
            <a:pPr lvl="2"/>
            <a:r>
              <a:rPr lang="ar-SA"/>
              <a:t>المستوى الثالث</a:t>
            </a:r>
          </a:p>
          <a:p>
            <a:pPr lvl="3"/>
            <a:r>
              <a:rPr lang="ar-SA"/>
              <a:t>المستوى الرابع</a:t>
            </a:r>
          </a:p>
          <a:p>
            <a:pPr lvl="4"/>
            <a:r>
              <a:rPr lang="ar-SA"/>
              <a:t>المستوى الخامس</a:t>
            </a:r>
          </a:p>
        </p:txBody>
      </p:sp>
      <p:sp>
        <p:nvSpPr>
          <p:cNvPr id="4" name="عنصر نائب للتاريخ 3">
            <a:extLst>
              <a:ext uri="{FF2B5EF4-FFF2-40B4-BE49-F238E27FC236}">
                <a16:creationId xmlns:a16="http://schemas.microsoft.com/office/drawing/2014/main" id="{8E21C35B-8792-2B4C-4872-71274B0D1304}"/>
              </a:ext>
            </a:extLst>
          </p:cNvPr>
          <p:cNvSpPr>
            <a:spLocks noGrp="1"/>
          </p:cNvSpPr>
          <p:nvPr>
            <p:ph type="dt" sz="half" idx="10"/>
          </p:nvPr>
        </p:nvSpPr>
        <p:spPr/>
        <p:txBody>
          <a:bodyPr/>
          <a:lstStyle/>
          <a:p>
            <a:fld id="{096A8431-2457-4B17-8EAD-CB7DD7790385}" type="datetimeFigureOut">
              <a:rPr lang="ar-SA" smtClean="0"/>
              <a:t>18/09/47</a:t>
            </a:fld>
            <a:endParaRPr lang="ar-SA"/>
          </a:p>
        </p:txBody>
      </p:sp>
      <p:sp>
        <p:nvSpPr>
          <p:cNvPr id="5" name="عنصر نائب للتذييل 4">
            <a:extLst>
              <a:ext uri="{FF2B5EF4-FFF2-40B4-BE49-F238E27FC236}">
                <a16:creationId xmlns:a16="http://schemas.microsoft.com/office/drawing/2014/main" id="{55F5DEBF-653E-4A08-47AE-87B5802B3729}"/>
              </a:ext>
            </a:extLst>
          </p:cNvPr>
          <p:cNvSpPr>
            <a:spLocks noGrp="1"/>
          </p:cNvSpPr>
          <p:nvPr>
            <p:ph type="ftr" sz="quarter" idx="11"/>
          </p:nvPr>
        </p:nvSpPr>
        <p:spPr/>
        <p:txBody>
          <a:bodyPr/>
          <a:lstStyle/>
          <a:p>
            <a:endParaRPr lang="ar-SA"/>
          </a:p>
        </p:txBody>
      </p:sp>
      <p:sp>
        <p:nvSpPr>
          <p:cNvPr id="6" name="عنصر نائب لرقم الشريحة 5">
            <a:extLst>
              <a:ext uri="{FF2B5EF4-FFF2-40B4-BE49-F238E27FC236}">
                <a16:creationId xmlns:a16="http://schemas.microsoft.com/office/drawing/2014/main" id="{4E22D891-CE28-DADD-9024-FE2F38506C56}"/>
              </a:ext>
            </a:extLst>
          </p:cNvPr>
          <p:cNvSpPr>
            <a:spLocks noGrp="1"/>
          </p:cNvSpPr>
          <p:nvPr>
            <p:ph type="sldNum" sz="quarter" idx="12"/>
          </p:nvPr>
        </p:nvSpPr>
        <p:spPr/>
        <p:txBody>
          <a:bodyPr/>
          <a:lstStyle/>
          <a:p>
            <a:fld id="{686C7275-70AE-4EAC-9F52-438E3B9A04EE}" type="slidenum">
              <a:rPr lang="ar-SA" smtClean="0"/>
              <a:t>‹#›</a:t>
            </a:fld>
            <a:endParaRPr lang="ar-SA"/>
          </a:p>
        </p:txBody>
      </p:sp>
    </p:spTree>
    <p:extLst>
      <p:ext uri="{BB962C8B-B14F-4D97-AF65-F5344CB8AC3E}">
        <p14:creationId xmlns:p14="http://schemas.microsoft.com/office/powerpoint/2010/main" val="39685227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عنصر نائب للعنوان 1">
            <a:extLst>
              <a:ext uri="{FF2B5EF4-FFF2-40B4-BE49-F238E27FC236}">
                <a16:creationId xmlns:a16="http://schemas.microsoft.com/office/drawing/2014/main" id="{B0F9F872-F359-F40A-96AC-DEC7C4E55316}"/>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ar-SA"/>
              <a:t>انقر لتحرير نمط عنوان الشكل الرئيسي</a:t>
            </a:r>
          </a:p>
        </p:txBody>
      </p:sp>
      <p:sp>
        <p:nvSpPr>
          <p:cNvPr id="3" name="عنصر نائب للنص 2">
            <a:extLst>
              <a:ext uri="{FF2B5EF4-FFF2-40B4-BE49-F238E27FC236}">
                <a16:creationId xmlns:a16="http://schemas.microsoft.com/office/drawing/2014/main" id="{671C26D8-F5C6-BD67-5341-D680DDBC803D}"/>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ar-SA"/>
              <a:t>انقر لتحرير أنماط نص الشكل الرئيسي</a:t>
            </a:r>
          </a:p>
          <a:p>
            <a:pPr lvl="1"/>
            <a:r>
              <a:rPr lang="ar-SA"/>
              <a:t>المستوى الثاني</a:t>
            </a:r>
          </a:p>
          <a:p>
            <a:pPr lvl="2"/>
            <a:r>
              <a:rPr lang="ar-SA"/>
              <a:t>المستوى الثالث</a:t>
            </a:r>
          </a:p>
          <a:p>
            <a:pPr lvl="3"/>
            <a:r>
              <a:rPr lang="ar-SA"/>
              <a:t>المستوى الرابع</a:t>
            </a:r>
          </a:p>
          <a:p>
            <a:pPr lvl="4"/>
            <a:r>
              <a:rPr lang="ar-SA"/>
              <a:t>المستوى الخامس</a:t>
            </a:r>
          </a:p>
        </p:txBody>
      </p:sp>
      <p:sp>
        <p:nvSpPr>
          <p:cNvPr id="4" name="عنصر نائب للتاريخ 3">
            <a:extLst>
              <a:ext uri="{FF2B5EF4-FFF2-40B4-BE49-F238E27FC236}">
                <a16:creationId xmlns:a16="http://schemas.microsoft.com/office/drawing/2014/main" id="{84ED1FE4-675E-44BC-13BA-FA6FA2B1C1D0}"/>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82000"/>
                  </a:schemeClr>
                </a:solidFill>
              </a:defRPr>
            </a:lvl1pPr>
          </a:lstStyle>
          <a:p>
            <a:fld id="{096A8431-2457-4B17-8EAD-CB7DD7790385}" type="datetimeFigureOut">
              <a:rPr lang="ar-SA" smtClean="0"/>
              <a:t>18/09/47</a:t>
            </a:fld>
            <a:endParaRPr lang="ar-SA"/>
          </a:p>
        </p:txBody>
      </p:sp>
      <p:sp>
        <p:nvSpPr>
          <p:cNvPr id="5" name="عنصر نائب للتذييل 4">
            <a:extLst>
              <a:ext uri="{FF2B5EF4-FFF2-40B4-BE49-F238E27FC236}">
                <a16:creationId xmlns:a16="http://schemas.microsoft.com/office/drawing/2014/main" id="{052149F8-4E2D-4499-DF13-6D295FD7A9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82000"/>
                  </a:schemeClr>
                </a:solidFill>
              </a:defRPr>
            </a:lvl1pPr>
          </a:lstStyle>
          <a:p>
            <a:endParaRPr lang="ar-SA"/>
          </a:p>
        </p:txBody>
      </p:sp>
      <p:sp>
        <p:nvSpPr>
          <p:cNvPr id="6" name="عنصر نائب لرقم الشريحة 5">
            <a:extLst>
              <a:ext uri="{FF2B5EF4-FFF2-40B4-BE49-F238E27FC236}">
                <a16:creationId xmlns:a16="http://schemas.microsoft.com/office/drawing/2014/main" id="{A5C5E447-E496-DCB7-0786-DA22081D782A}"/>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82000"/>
                  </a:schemeClr>
                </a:solidFill>
              </a:defRPr>
            </a:lvl1pPr>
          </a:lstStyle>
          <a:p>
            <a:fld id="{686C7275-70AE-4EAC-9F52-438E3B9A04EE}" type="slidenum">
              <a:rPr lang="ar-SA" smtClean="0"/>
              <a:t>‹#›</a:t>
            </a:fld>
            <a:endParaRPr lang="ar-SA"/>
          </a:p>
        </p:txBody>
      </p:sp>
    </p:spTree>
    <p:extLst>
      <p:ext uri="{BB962C8B-B14F-4D97-AF65-F5344CB8AC3E}">
        <p14:creationId xmlns:p14="http://schemas.microsoft.com/office/powerpoint/2010/main" val="30831834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ar-SA"/>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عنوان 1">
            <a:extLst>
              <a:ext uri="{FF2B5EF4-FFF2-40B4-BE49-F238E27FC236}">
                <a16:creationId xmlns:a16="http://schemas.microsoft.com/office/drawing/2014/main" id="{D797CECF-7ADF-2D94-EFCE-B952490096F2}"/>
              </a:ext>
            </a:extLst>
          </p:cNvPr>
          <p:cNvSpPr>
            <a:spLocks noGrp="1"/>
          </p:cNvSpPr>
          <p:nvPr>
            <p:ph type="ctrTitle"/>
          </p:nvPr>
        </p:nvSpPr>
        <p:spPr>
          <a:xfrm>
            <a:off x="1523999" y="716060"/>
            <a:ext cx="9144000" cy="2306637"/>
          </a:xfrm>
        </p:spPr>
        <p:txBody>
          <a:bodyPr>
            <a:normAutofit/>
          </a:bodyPr>
          <a:lstStyle/>
          <a:p>
            <a:pPr rtl="1">
              <a:lnSpc>
                <a:spcPct val="150000"/>
              </a:lnSpc>
              <a:spcAft>
                <a:spcPts val="800"/>
              </a:spcAft>
            </a:pPr>
            <a:r>
              <a:rPr lang="en-US" sz="3200" b="1" dirty="0">
                <a:solidFill>
                  <a:srgbClr val="222A35"/>
                </a:solidFill>
                <a:effectLst/>
                <a:latin typeface="Times New Roman" panose="02020603050405020304" pitchFamily="18" charset="0"/>
                <a:ea typeface="Times New Roman" panose="02020603050405020304" pitchFamily="18" charset="0"/>
                <a:cs typeface="Arial" panose="020B0604020202020204" pitchFamily="34" charset="0"/>
              </a:rPr>
              <a:t>Smart Opinion Survey Platform</a:t>
            </a:r>
            <a:br>
              <a:rPr lang="en-US" sz="3200" b="1" dirty="0">
                <a:effectLst/>
                <a:latin typeface="Calibri" panose="020F0502020204030204" pitchFamily="34" charset="0"/>
                <a:ea typeface="Times New Roman" panose="02020603050405020304" pitchFamily="18" charset="0"/>
                <a:cs typeface="Arial" panose="020B0604020202020204" pitchFamily="34" charset="0"/>
              </a:rPr>
            </a:br>
            <a:r>
              <a:rPr lang="ar-SA" sz="3200" b="1" dirty="0">
                <a:solidFill>
                  <a:srgbClr val="222A35"/>
                </a:solidFill>
                <a:effectLst/>
                <a:latin typeface="Calibri" panose="020F0502020204030204" pitchFamily="34" charset="0"/>
                <a:ea typeface="Times New Roman" panose="02020603050405020304" pitchFamily="18" charset="0"/>
                <a:cs typeface="Times New Roman" panose="02020603050405020304" pitchFamily="18" charset="0"/>
              </a:rPr>
              <a:t>منصة استبيانات الآراء الذكية </a:t>
            </a:r>
            <a:br>
              <a:rPr lang="en-US" sz="3200" b="1" dirty="0">
                <a:effectLst/>
                <a:latin typeface="Calibri" panose="020F0502020204030204" pitchFamily="34" charset="0"/>
                <a:ea typeface="Times New Roman" panose="02020603050405020304" pitchFamily="18" charset="0"/>
                <a:cs typeface="Arial" panose="020B0604020202020204" pitchFamily="34" charset="0"/>
              </a:rPr>
            </a:br>
            <a:r>
              <a:rPr lang="en-US" sz="3200" b="1" dirty="0">
                <a:solidFill>
                  <a:srgbClr val="222A35"/>
                </a:solidFill>
                <a:effectLst/>
                <a:latin typeface="Times New Roman" panose="02020603050405020304" pitchFamily="18" charset="0"/>
                <a:ea typeface="Times New Roman" panose="02020603050405020304" pitchFamily="18" charset="0"/>
                <a:cs typeface="Arial" panose="020B0604020202020204" pitchFamily="34" charset="0"/>
              </a:rPr>
              <a:t> </a:t>
            </a:r>
            <a:endParaRPr lang="ar-SA" sz="8800" b="1" dirty="0"/>
          </a:p>
        </p:txBody>
      </p:sp>
      <p:sp>
        <p:nvSpPr>
          <p:cNvPr id="4" name="Text Box 2">
            <a:extLst>
              <a:ext uri="{FF2B5EF4-FFF2-40B4-BE49-F238E27FC236}">
                <a16:creationId xmlns:a16="http://schemas.microsoft.com/office/drawing/2014/main" id="{460B78EE-156F-C89C-4518-9C9BB60A84BC}"/>
              </a:ext>
            </a:extLst>
          </p:cNvPr>
          <p:cNvSpPr>
            <a:spLocks/>
          </p:cNvSpPr>
          <p:nvPr/>
        </p:nvSpPr>
        <p:spPr>
          <a:xfrm>
            <a:off x="1523999" y="2545991"/>
            <a:ext cx="9144001" cy="1303953"/>
          </a:xfrm>
          <a:prstGeom prst="rect">
            <a:avLst/>
          </a:prstGeom>
          <a:noFill/>
          <a:ln w="0">
            <a:noFill/>
          </a:ln>
        </p:spPr>
        <p:style>
          <a:lnRef idx="0">
            <a:scrgbClr r="0" g="0" b="0"/>
          </a:lnRef>
          <a:fillRef idx="0">
            <a:scrgbClr r="0" g="0" b="0"/>
          </a:fillRef>
          <a:effectRef idx="0">
            <a:scrgbClr r="0" g="0" b="0"/>
          </a:effectRef>
          <a:fontRef idx="minor"/>
        </p:style>
        <p:txBody>
          <a:bodyPr wrap="square" anchor="t">
            <a:noAutofit/>
          </a:bodyPr>
          <a:lstStyle/>
          <a:p>
            <a:pPr algn="ctr" rtl="1">
              <a:lnSpc>
                <a:spcPct val="150000"/>
              </a:lnSpc>
              <a:spcAft>
                <a:spcPts val="800"/>
              </a:spcAft>
            </a:pPr>
            <a:r>
              <a:rPr lang="ar-SA" sz="2800" b="1" dirty="0">
                <a:solidFill>
                  <a:srgbClr val="222A35"/>
                </a:solidFill>
                <a:effectLst/>
                <a:ea typeface="Times New Roman" panose="02020603050405020304" pitchFamily="18" charset="0"/>
                <a:cs typeface="Times New Roman" panose="02020603050405020304" pitchFamily="18" charset="0"/>
              </a:rPr>
              <a:t>إعداد الطلاب:</a:t>
            </a:r>
            <a:endParaRPr lang="en-US" sz="1400" dirty="0">
              <a:effectLst/>
              <a:ea typeface="Times New Roman" panose="02020603050405020304" pitchFamily="18" charset="0"/>
              <a:cs typeface="Arial" panose="020B0604020202020204" pitchFamily="34" charset="0"/>
            </a:endParaRPr>
          </a:p>
          <a:p>
            <a:pPr algn="ctr" rtl="1">
              <a:lnSpc>
                <a:spcPct val="150000"/>
              </a:lnSpc>
              <a:spcAft>
                <a:spcPts val="800"/>
              </a:spcAft>
            </a:pPr>
            <a:r>
              <a:rPr lang="ar-SA" sz="2400" b="1" dirty="0">
                <a:solidFill>
                  <a:srgbClr val="222A35"/>
                </a:solidFill>
                <a:effectLst/>
                <a:ea typeface="Times New Roman" panose="02020603050405020304" pitchFamily="18" charset="0"/>
                <a:cs typeface="Times New Roman" panose="02020603050405020304" pitchFamily="18" charset="0"/>
              </a:rPr>
              <a:t>يمان بسام المطر   |  حسن عبد الرحمن يحيى  |   يوسف احمد الزعبي</a:t>
            </a:r>
            <a:endParaRPr lang="en-US" sz="1400" dirty="0">
              <a:effectLst/>
              <a:ea typeface="Times New Roman" panose="02020603050405020304" pitchFamily="18" charset="0"/>
              <a:cs typeface="Arial" panose="020B0604020202020204" pitchFamily="34" charset="0"/>
            </a:endParaRPr>
          </a:p>
        </p:txBody>
      </p:sp>
      <p:sp>
        <p:nvSpPr>
          <p:cNvPr id="5" name="Text Box 2">
            <a:extLst>
              <a:ext uri="{FF2B5EF4-FFF2-40B4-BE49-F238E27FC236}">
                <a16:creationId xmlns:a16="http://schemas.microsoft.com/office/drawing/2014/main" id="{F0AFB1FE-9D71-6A78-F94B-288E66A4F5B6}"/>
              </a:ext>
            </a:extLst>
          </p:cNvPr>
          <p:cNvSpPr>
            <a:spLocks/>
          </p:cNvSpPr>
          <p:nvPr/>
        </p:nvSpPr>
        <p:spPr>
          <a:xfrm>
            <a:off x="2325498" y="4338112"/>
            <a:ext cx="7541002" cy="2033918"/>
          </a:xfrm>
          <a:prstGeom prst="rect">
            <a:avLst/>
          </a:prstGeom>
          <a:noFill/>
          <a:ln w="0">
            <a:noFill/>
          </a:ln>
        </p:spPr>
        <p:style>
          <a:lnRef idx="0">
            <a:scrgbClr r="0" g="0" b="0"/>
          </a:lnRef>
          <a:fillRef idx="0">
            <a:scrgbClr r="0" g="0" b="0"/>
          </a:fillRef>
          <a:effectRef idx="0">
            <a:scrgbClr r="0" g="0" b="0"/>
          </a:effectRef>
          <a:fontRef idx="minor"/>
        </p:style>
        <p:txBody>
          <a:bodyPr wrap="square" anchor="t">
            <a:noAutofit/>
          </a:bodyPr>
          <a:lstStyle/>
          <a:p>
            <a:pPr algn="ctr" rtl="1">
              <a:lnSpc>
                <a:spcPct val="150000"/>
              </a:lnSpc>
              <a:spcAft>
                <a:spcPts val="800"/>
              </a:spcAft>
            </a:pPr>
            <a:r>
              <a:rPr lang="ar-SA" sz="2800" b="1" dirty="0">
                <a:solidFill>
                  <a:srgbClr val="222A35"/>
                </a:solidFill>
                <a:effectLst/>
                <a:ea typeface="Times New Roman" panose="02020603050405020304" pitchFamily="18" charset="0"/>
                <a:cs typeface="Times New Roman" panose="02020603050405020304" pitchFamily="18" charset="0"/>
              </a:rPr>
              <a:t>إشراف:</a:t>
            </a:r>
            <a:endParaRPr lang="en-US" sz="1400" dirty="0">
              <a:effectLst/>
              <a:ea typeface="Times New Roman" panose="02020603050405020304" pitchFamily="18" charset="0"/>
              <a:cs typeface="Arial" panose="020B0604020202020204" pitchFamily="34" charset="0"/>
            </a:endParaRPr>
          </a:p>
          <a:p>
            <a:pPr algn="ctr" rtl="1">
              <a:lnSpc>
                <a:spcPct val="150000"/>
              </a:lnSpc>
              <a:spcAft>
                <a:spcPts val="800"/>
              </a:spcAft>
            </a:pPr>
            <a:r>
              <a:rPr lang="ar-SA" sz="2400" b="1" dirty="0">
                <a:solidFill>
                  <a:srgbClr val="222A35"/>
                </a:solidFill>
                <a:effectLst/>
                <a:ea typeface="Times New Roman" panose="02020603050405020304" pitchFamily="18" charset="0"/>
                <a:cs typeface="Times New Roman" panose="02020603050405020304" pitchFamily="18" charset="0"/>
              </a:rPr>
              <a:t>م. شادي بليدي</a:t>
            </a:r>
            <a:endParaRPr lang="en-US" sz="1400" dirty="0">
              <a:effectLst/>
              <a:ea typeface="Times New Roman" panose="02020603050405020304" pitchFamily="18" charset="0"/>
              <a:cs typeface="Arial" panose="020B0604020202020204" pitchFamily="34" charset="0"/>
            </a:endParaRPr>
          </a:p>
          <a:p>
            <a:pPr algn="ctr" rtl="1">
              <a:lnSpc>
                <a:spcPct val="150000"/>
              </a:lnSpc>
              <a:spcAft>
                <a:spcPts val="800"/>
              </a:spcAft>
            </a:pPr>
            <a:r>
              <a:rPr lang="ar-SA" sz="2400" b="1" dirty="0">
                <a:solidFill>
                  <a:srgbClr val="222A35"/>
                </a:solidFill>
                <a:effectLst/>
                <a:ea typeface="Times New Roman" panose="02020603050405020304" pitchFamily="18" charset="0"/>
                <a:cs typeface="Times New Roman" panose="02020603050405020304" pitchFamily="18" charset="0"/>
              </a:rPr>
              <a:t>م. مايا الأحمد</a:t>
            </a:r>
            <a:endParaRPr lang="en-US" sz="1400" dirty="0">
              <a:effectLst/>
              <a:ea typeface="Times New Roman" panose="02020603050405020304" pitchFamily="18" charset="0"/>
              <a:cs typeface="Arial" panose="020B0604020202020204" pitchFamily="34" charset="0"/>
            </a:endParaRPr>
          </a:p>
          <a:p>
            <a:pPr algn="ctr" rtl="1">
              <a:lnSpc>
                <a:spcPct val="150000"/>
              </a:lnSpc>
              <a:spcAft>
                <a:spcPts val="800"/>
              </a:spcAft>
            </a:pPr>
            <a:endParaRPr lang="en-US" sz="1400" dirty="0">
              <a:effectLst/>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7286060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مربع نص 3">
            <a:extLst>
              <a:ext uri="{FF2B5EF4-FFF2-40B4-BE49-F238E27FC236}">
                <a16:creationId xmlns:a16="http://schemas.microsoft.com/office/drawing/2014/main" id="{2C805033-01BB-B597-EB43-512C596003EC}"/>
              </a:ext>
            </a:extLst>
          </p:cNvPr>
          <p:cNvSpPr txBox="1"/>
          <p:nvPr/>
        </p:nvSpPr>
        <p:spPr>
          <a:xfrm>
            <a:off x="1637522" y="298580"/>
            <a:ext cx="9423918" cy="2334357"/>
          </a:xfrm>
          <a:prstGeom prst="rect">
            <a:avLst/>
          </a:prstGeom>
          <a:noFill/>
        </p:spPr>
        <p:txBody>
          <a:bodyPr wrap="square" rtlCol="1">
            <a:spAutoFit/>
          </a:bodyPr>
          <a:lstStyle/>
          <a:p>
            <a:pPr algn="r" rtl="1">
              <a:lnSpc>
                <a:spcPct val="107000"/>
              </a:lnSpc>
              <a:spcBef>
                <a:spcPts val="800"/>
              </a:spcBef>
              <a:spcAft>
                <a:spcPts val="400"/>
              </a:spcAft>
            </a:pPr>
            <a:r>
              <a:rPr lang="ar-SA" sz="2000" b="1" dirty="0">
                <a:solidFill>
                  <a:srgbClr val="2F5496"/>
                </a:solidFill>
                <a:effectLst/>
                <a:latin typeface="Simplified Arabic" panose="02020603050405020304" pitchFamily="18" charset="-78"/>
                <a:ea typeface="Times New Roman" panose="02020603050405020304" pitchFamily="18" charset="0"/>
                <a:cs typeface="Simplified Arabic" panose="02020603050405020304" pitchFamily="18" charset="-78"/>
              </a:rPr>
              <a:t>مقدمة عن المشروع</a:t>
            </a:r>
            <a:endParaRPr lang="en-US" sz="2000" b="1" dirty="0">
              <a:solidFill>
                <a:srgbClr val="2F5496"/>
              </a:solidFill>
              <a:effectLst/>
              <a:latin typeface="Simplified Arabic" panose="02020603050405020304" pitchFamily="18" charset="-78"/>
              <a:ea typeface="Times New Roman" panose="02020603050405020304" pitchFamily="18" charset="0"/>
              <a:cs typeface="Simplified Arabic" panose="02020603050405020304" pitchFamily="18" charset="-78"/>
            </a:endParaRPr>
          </a:p>
          <a:p>
            <a:pPr algn="r" rtl="1">
              <a:lnSpc>
                <a:spcPct val="107000"/>
              </a:lnSpc>
              <a:spcAft>
                <a:spcPts val="800"/>
              </a:spcAft>
            </a:pPr>
            <a:r>
              <a:rPr lang="ar-SA" sz="1800" dirty="0">
                <a:effectLst/>
                <a:latin typeface="Simplified Arabic" panose="02020603050405020304" pitchFamily="18" charset="-78"/>
                <a:ea typeface="Times New Roman" panose="02020603050405020304" pitchFamily="18" charset="0"/>
                <a:cs typeface="Simplified Arabic" panose="02020603050405020304" pitchFamily="18" charset="-78"/>
              </a:rPr>
              <a:t>في عصر التحول الرقمي والتنافسية العالية في بيئة الأعمال، أصبحت التغذية الراجعة (</a:t>
            </a:r>
            <a:r>
              <a:rPr lang="en-US" sz="1800" dirty="0">
                <a:effectLst/>
                <a:latin typeface="Simplified Arabic" panose="02020603050405020304" pitchFamily="18" charset="-78"/>
                <a:ea typeface="Times New Roman" panose="02020603050405020304" pitchFamily="18" charset="0"/>
                <a:cs typeface="Simplified Arabic" panose="02020603050405020304" pitchFamily="18" charset="-78"/>
              </a:rPr>
              <a:t>Feedback</a:t>
            </a:r>
            <a:r>
              <a:rPr lang="ar-SA" sz="1800" dirty="0">
                <a:effectLst/>
                <a:latin typeface="Simplified Arabic" panose="02020603050405020304" pitchFamily="18" charset="-78"/>
                <a:ea typeface="Times New Roman" panose="02020603050405020304" pitchFamily="18" charset="0"/>
                <a:cs typeface="Simplified Arabic" panose="02020603050405020304" pitchFamily="18" charset="-78"/>
              </a:rPr>
              <a:t>) من العملاء والمستخدمين الفعليين الركيزة الأساسية لنجاح أي خدمة أو منتج. لم يعد اتخاذ القرار الإداري أو التطويري يعتمد على التخمين، بل يتطلب بيانات دقيقة تعكس الاحتياجات الحقيقية للسوق. ومع التطور المتسارع في تقنيات الويب والذكاء الاصطناعي، برزت الحاجة الماسة لابتكار أدوات ذكية تتجاوز الطرق التقليدية في جمع وتحليل الآراء، مما يتيح للمؤسسات ومقدمي الخدمات فهماً أعمق لتطلعات جمهورهم المستهدف بطريقة علمية، سريعة، وموثوقة.</a:t>
            </a:r>
            <a:endParaRPr lang="en-US" sz="1800" dirty="0">
              <a:effectLst/>
              <a:latin typeface="Simplified Arabic" panose="02020603050405020304" pitchFamily="18" charset="-78"/>
              <a:ea typeface="Times New Roman" panose="02020603050405020304" pitchFamily="18" charset="0"/>
              <a:cs typeface="Simplified Arabic" panose="02020603050405020304" pitchFamily="18" charset="-78"/>
            </a:endParaRPr>
          </a:p>
          <a:p>
            <a:endParaRPr lang="ar-SA" dirty="0"/>
          </a:p>
        </p:txBody>
      </p:sp>
      <p:sp>
        <p:nvSpPr>
          <p:cNvPr id="5" name="مربع نص 4">
            <a:extLst>
              <a:ext uri="{FF2B5EF4-FFF2-40B4-BE49-F238E27FC236}">
                <a16:creationId xmlns:a16="http://schemas.microsoft.com/office/drawing/2014/main" id="{BBC53761-F6DE-9BD3-BC04-4637616D78F7}"/>
              </a:ext>
            </a:extLst>
          </p:cNvPr>
          <p:cNvSpPr txBox="1"/>
          <p:nvPr/>
        </p:nvSpPr>
        <p:spPr>
          <a:xfrm>
            <a:off x="1637522" y="2451617"/>
            <a:ext cx="9498562" cy="1954766"/>
          </a:xfrm>
          <a:prstGeom prst="rect">
            <a:avLst/>
          </a:prstGeom>
          <a:noFill/>
        </p:spPr>
        <p:txBody>
          <a:bodyPr wrap="square" rtlCol="1">
            <a:spAutoFit/>
          </a:bodyPr>
          <a:lstStyle/>
          <a:p>
            <a:pPr algn="r" rtl="1">
              <a:lnSpc>
                <a:spcPct val="107000"/>
              </a:lnSpc>
              <a:spcBef>
                <a:spcPts val="800"/>
              </a:spcBef>
              <a:spcAft>
                <a:spcPts val="400"/>
              </a:spcAft>
            </a:pPr>
            <a:r>
              <a:rPr lang="ar-SA" sz="2000" b="1"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t>مشكلة البحث</a:t>
            </a:r>
            <a:endParaRPr lang="en-US" sz="2000" b="1"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endParaRPr>
          </a:p>
          <a:p>
            <a:pPr algn="r" rtl="1">
              <a:lnSpc>
                <a:spcPct val="107000"/>
              </a:lnSpc>
              <a:spcAft>
                <a:spcPts val="800"/>
              </a:spcAft>
            </a:pPr>
            <a:r>
              <a:rPr lang="ar-SA" sz="1800" b="1" dirty="0">
                <a:effectLst/>
                <a:latin typeface="Calibri" panose="020F0502020204030204" pitchFamily="34" charset="0"/>
                <a:ea typeface="Times New Roman" panose="02020603050405020304" pitchFamily="18" charset="0"/>
                <a:cs typeface="Simplified Arabic" panose="02020603050405020304" pitchFamily="18" charset="-78"/>
              </a:rPr>
              <a:t> </a:t>
            </a: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 تكمن المشكلة الأساسية في الطرق التقليدية لجمع الآراء واستطلاعات الرأي (مثل الروابط المفتوحة للاستبيانات) في "عشوائية العينة". عندما تقوم مؤسسة بنشر استبيان لتقييم خدمة معينة، لا يوجد ضامن حقيقي بأن المجيبين هم فعلاً من مستخدمي الخدمة أو ضمن الفئة المستهدفة. هذا الخلل التقني والمنهجي يؤدي إلى جمع بيانات مشوهة أو غير دقيقة. وبناءً عليه، تتخذ الإدارة قرارات استراتيجية مبنية على آراء أشخاص غير معنيين، مما ينتج عنه إهدار للموارد، وفشل في تلبية الاحتياجات الحقيقية للعملاء. إضافة إلى ذلك، فإن التحليل اليدوي للردود النصية يستهلك وقتاً طويلاً ويكون عرضة للتحيز والخطأ البشري</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Times New Roman" panose="02020603050405020304" pitchFamily="18" charset="0"/>
              <a:cs typeface="Arial" panose="020B0604020202020204" pitchFamily="34" charset="0"/>
            </a:endParaRPr>
          </a:p>
        </p:txBody>
      </p:sp>
      <p:sp>
        <p:nvSpPr>
          <p:cNvPr id="7" name="مربع نص 6">
            <a:extLst>
              <a:ext uri="{FF2B5EF4-FFF2-40B4-BE49-F238E27FC236}">
                <a16:creationId xmlns:a16="http://schemas.microsoft.com/office/drawing/2014/main" id="{74BBCADA-6067-E778-BE2F-0922FF31AD4B}"/>
              </a:ext>
            </a:extLst>
          </p:cNvPr>
          <p:cNvSpPr txBox="1"/>
          <p:nvPr/>
        </p:nvSpPr>
        <p:spPr>
          <a:xfrm>
            <a:off x="1254967" y="4604654"/>
            <a:ext cx="9806473" cy="1954766"/>
          </a:xfrm>
          <a:prstGeom prst="rect">
            <a:avLst/>
          </a:prstGeom>
          <a:noFill/>
        </p:spPr>
        <p:txBody>
          <a:bodyPr wrap="square">
            <a:spAutoFit/>
          </a:bodyPr>
          <a:lstStyle/>
          <a:p>
            <a:pPr algn="r" rtl="1">
              <a:lnSpc>
                <a:spcPct val="107000"/>
              </a:lnSpc>
              <a:spcBef>
                <a:spcPts val="800"/>
              </a:spcBef>
              <a:spcAft>
                <a:spcPts val="400"/>
              </a:spcAft>
            </a:pPr>
            <a:r>
              <a:rPr lang="ar-SA" sz="2000" b="1"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t>فكرة المشروع </a:t>
            </a:r>
            <a:endParaRPr lang="en-US" sz="2000" b="1"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endParaRPr>
          </a:p>
          <a:p>
            <a:pPr algn="r" rtl="1">
              <a:lnSpc>
                <a:spcPct val="107000"/>
              </a:lnSpc>
              <a:spcAft>
                <a:spcPts val="800"/>
              </a:spcAft>
            </a:pP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يقدم هذا المشروع حلاً تقنياً متكاملاً لمعالجة القصور السابق، وذلك من خلال تطوير "منصة استبيانات ثنائية الأطراف" مزودة بمحرك استهداف ذكي. تعتمد الفكرة على إنهاء عشوائية الردود عبر نظام فلترة مسبق؛ حيث لا يُعرض الاستبيان إلا للمستخدمين الذين تتطابق بياناتهم الديموغرافية والسلوكية مع الشروط التي يحددها مقدم الخدمة. ولتعظيم الفائدة، تدمج المنصة تقنيات الذكاء الاصطناعي</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 (AI) </a:t>
            </a: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لتحليل الإجابات النصية المفتوحة وتصنيف مشاعر المجيبين آلياً، مما يوفر لمتخذي القرار لوحات تحكم إحصائية دقيقة، سريعة، وموثوقة</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400" dirty="0">
              <a:effectLst/>
              <a:latin typeface="Calibri" panose="020F0502020204030204" pitchFamily="34"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1388519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مربع نص 2">
            <a:extLst>
              <a:ext uri="{FF2B5EF4-FFF2-40B4-BE49-F238E27FC236}">
                <a16:creationId xmlns:a16="http://schemas.microsoft.com/office/drawing/2014/main" id="{BE6D38B9-69CF-A5A8-89D6-C7C802977493}"/>
              </a:ext>
            </a:extLst>
          </p:cNvPr>
          <p:cNvSpPr txBox="1"/>
          <p:nvPr/>
        </p:nvSpPr>
        <p:spPr>
          <a:xfrm>
            <a:off x="483637" y="816047"/>
            <a:ext cx="11224725" cy="4656275"/>
          </a:xfrm>
          <a:prstGeom prst="rect">
            <a:avLst/>
          </a:prstGeom>
          <a:noFill/>
        </p:spPr>
        <p:txBody>
          <a:bodyPr wrap="square">
            <a:spAutoFit/>
          </a:bodyPr>
          <a:lstStyle/>
          <a:p>
            <a:pPr algn="r" rtl="1">
              <a:lnSpc>
                <a:spcPct val="107000"/>
              </a:lnSpc>
              <a:spcBef>
                <a:spcPts val="800"/>
              </a:spcBef>
              <a:spcAft>
                <a:spcPts val="400"/>
              </a:spcAft>
            </a:pPr>
            <a:r>
              <a:rPr lang="ar-SA" sz="2000" b="1"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t>أهداف المشروع </a:t>
            </a:r>
            <a:endParaRPr lang="en-US" sz="2000" b="1"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endParaRPr>
          </a:p>
          <a:p>
            <a:pPr algn="r" rtl="1">
              <a:lnSpc>
                <a:spcPct val="107000"/>
              </a:lnSpc>
              <a:spcBef>
                <a:spcPts val="800"/>
              </a:spcBef>
              <a:spcAft>
                <a:spcPts val="400"/>
              </a:spcAft>
            </a:pPr>
            <a:r>
              <a:rPr lang="ar-SA" sz="1800" b="1" kern="0"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تطوير منصة ثنائية الأطراف</a:t>
            </a:r>
            <a:r>
              <a:rPr lang="en-US" sz="1800" b="1" dirty="0">
                <a:solidFill>
                  <a:srgbClr val="2F5496"/>
                </a:solidFill>
                <a:effectLst/>
                <a:latin typeface="Simplified Arabic" panose="02020603050405020304" pitchFamily="18" charset="-78"/>
                <a:ea typeface="Times New Roman" panose="02020603050405020304" pitchFamily="18" charset="0"/>
                <a:cs typeface="Times New Roman" panose="02020603050405020304" pitchFamily="18" charset="0"/>
              </a:rPr>
              <a:t>: </a:t>
            </a:r>
            <a:endParaRPr lang="en-US"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endParaRPr>
          </a:p>
          <a:p>
            <a:pPr marL="457200" algn="r" rtl="1">
              <a:lnSpc>
                <a:spcPct val="107000"/>
              </a:lnSpc>
              <a:spcAft>
                <a:spcPts val="800"/>
              </a:spcAft>
            </a:pP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بناء بيئة رقمية متكاملة تربط بين مقدمي الخدمات (الباحثين عن التغذية الراجعة) والمستخدمين المستهدفين بشكل مباشر</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400" dirty="0">
              <a:effectLst/>
              <a:latin typeface="Calibri" panose="020F0502020204030204" pitchFamily="34" charset="0"/>
              <a:ea typeface="Times New Roman" panose="02020603050405020304" pitchFamily="18" charset="0"/>
              <a:cs typeface="Arial" panose="020B0604020202020204" pitchFamily="34" charset="0"/>
            </a:endParaRPr>
          </a:p>
          <a:p>
            <a:pPr algn="r">
              <a:lnSpc>
                <a:spcPct val="107000"/>
              </a:lnSpc>
              <a:spcBef>
                <a:spcPts val="800"/>
              </a:spcBef>
              <a:spcAft>
                <a:spcPts val="400"/>
              </a:spcAft>
            </a:pPr>
            <a:r>
              <a:rPr lang="ar-SA" sz="1800" b="1" kern="0"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القضاء على عشوائية العينات</a:t>
            </a:r>
            <a:r>
              <a:rPr lang="en-US" sz="1800" b="1" kern="0"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a:t>
            </a:r>
            <a:r>
              <a:rPr lang="en-US" sz="1800" b="1" dirty="0">
                <a:solidFill>
                  <a:srgbClr val="2F5496"/>
                </a:solidFill>
                <a:effectLst/>
                <a:latin typeface="Simplified Arabic" panose="02020603050405020304" pitchFamily="18" charset="-78"/>
                <a:ea typeface="Times New Roman" panose="02020603050405020304" pitchFamily="18" charset="0"/>
                <a:cs typeface="Times New Roman" panose="02020603050405020304" pitchFamily="18" charset="0"/>
              </a:rPr>
              <a:t> </a:t>
            </a:r>
            <a:endParaRPr lang="en-US"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endParaRPr>
          </a:p>
          <a:p>
            <a:pPr marL="457200" algn="r" rtl="1">
              <a:lnSpc>
                <a:spcPct val="107000"/>
              </a:lnSpc>
              <a:spcAft>
                <a:spcPts val="800"/>
              </a:spcAft>
            </a:pP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برمجة محرك استهداف</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 (Targeting Engine) </a:t>
            </a: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يضمن توجيه الاستبيانات وعرضها فقط للفئات التي تطابق شروط الفلترة الديموغرافية (مثل العمر، التخصص) التي يحددها منشئ الاستبيان</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400" dirty="0">
              <a:effectLst/>
              <a:latin typeface="Calibri" panose="020F0502020204030204" pitchFamily="34" charset="0"/>
              <a:ea typeface="Times New Roman" panose="02020603050405020304" pitchFamily="18" charset="0"/>
              <a:cs typeface="Arial" panose="020B0604020202020204" pitchFamily="34" charset="0"/>
            </a:endParaRPr>
          </a:p>
          <a:p>
            <a:pPr algn="r" rtl="1">
              <a:lnSpc>
                <a:spcPct val="107000"/>
              </a:lnSpc>
              <a:spcBef>
                <a:spcPts val="800"/>
              </a:spcBef>
              <a:spcAft>
                <a:spcPts val="400"/>
              </a:spcAft>
            </a:pPr>
            <a:r>
              <a:rPr lang="ar-SA" sz="1800" b="1" kern="0"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أتمتة تحليل البيانات النصية</a:t>
            </a:r>
            <a:endParaRPr lang="en-US"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endParaRPr>
          </a:p>
          <a:p>
            <a:pPr marL="457200" algn="r" rtl="1">
              <a:lnSpc>
                <a:spcPct val="107000"/>
              </a:lnSpc>
              <a:spcAft>
                <a:spcPts val="800"/>
              </a:spcAft>
            </a:pP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دمج نماذج معالجة اللغات الطبيعية</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 (NLP) </a:t>
            </a: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والذكاء الاصطناعي لتحليل المشاعر</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 (Sentiment Analysis) </a:t>
            </a: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في الردود المفتوحة، وتصنيفها آلياً لاستخراج التوجهات العامة</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400" dirty="0">
              <a:effectLst/>
              <a:latin typeface="Calibri" panose="020F0502020204030204" pitchFamily="34" charset="0"/>
              <a:ea typeface="Times New Roman" panose="02020603050405020304" pitchFamily="18" charset="0"/>
              <a:cs typeface="Arial" panose="020B0604020202020204" pitchFamily="34" charset="0"/>
            </a:endParaRPr>
          </a:p>
          <a:p>
            <a:pPr algn="r" rtl="1">
              <a:lnSpc>
                <a:spcPct val="107000"/>
              </a:lnSpc>
              <a:spcBef>
                <a:spcPts val="800"/>
              </a:spcBef>
              <a:spcAft>
                <a:spcPts val="400"/>
              </a:spcAft>
            </a:pPr>
            <a:r>
              <a:rPr lang="ar-SA" sz="1800" b="1" kern="0"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دعم اتخاذ القرار</a:t>
            </a:r>
            <a:endParaRPr lang="en-US"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endParaRPr>
          </a:p>
          <a:p>
            <a:pPr marL="457200" algn="r" rtl="1">
              <a:lnSpc>
                <a:spcPct val="107000"/>
              </a:lnSpc>
              <a:spcAft>
                <a:spcPts val="800"/>
              </a:spcAft>
            </a:pP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توفير لوحات تحكم</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 (Dashboards) </a:t>
            </a: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إحصائية تفاعلية تعرض نتائج التحليل بصورة رسومية مبسطة، مما يساعد المؤسسات على اتخاذ قرارات تطويرية مبنية على بيانات دقيقة</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400" dirty="0">
              <a:effectLst/>
              <a:latin typeface="Calibri" panose="020F0502020204030204" pitchFamily="34"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24455660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مربع نص 2">
            <a:extLst>
              <a:ext uri="{FF2B5EF4-FFF2-40B4-BE49-F238E27FC236}">
                <a16:creationId xmlns:a16="http://schemas.microsoft.com/office/drawing/2014/main" id="{D0A885CA-A40A-6F43-1AD2-03CB75D99083}"/>
              </a:ext>
            </a:extLst>
          </p:cNvPr>
          <p:cNvSpPr txBox="1"/>
          <p:nvPr/>
        </p:nvSpPr>
        <p:spPr>
          <a:xfrm>
            <a:off x="0" y="0"/>
            <a:ext cx="12229322" cy="6858000"/>
          </a:xfrm>
          <a:prstGeom prst="rect">
            <a:avLst/>
          </a:prstGeom>
          <a:noFill/>
        </p:spPr>
        <p:txBody>
          <a:bodyPr wrap="square">
            <a:spAutoFit/>
          </a:bodyPr>
          <a:lstStyle/>
          <a:p>
            <a:pPr algn="r" rtl="1">
              <a:lnSpc>
                <a:spcPct val="107000"/>
              </a:lnSpc>
              <a:spcBef>
                <a:spcPts val="800"/>
              </a:spcBef>
              <a:spcAft>
                <a:spcPts val="400"/>
              </a:spcAft>
            </a:pPr>
            <a:r>
              <a:rPr lang="ar-SA" b="1"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t>نطاق المشروع </a:t>
            </a:r>
            <a:endParaRPr lang="en-US" b="1"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endParaRPr>
          </a:p>
          <a:p>
            <a:pPr algn="r" rtl="1">
              <a:lnSpc>
                <a:spcPct val="107000"/>
              </a:lnSpc>
              <a:spcBef>
                <a:spcPts val="800"/>
              </a:spcBef>
              <a:spcAft>
                <a:spcPts val="400"/>
              </a:spcAft>
            </a:pPr>
            <a:r>
              <a:rPr lang="ar-SA" sz="1600" b="1" dirty="0">
                <a:solidFill>
                  <a:srgbClr val="2F5496"/>
                </a:solidFill>
                <a:effectLst/>
                <a:latin typeface="Times New Roman" panose="02020603050405020304" pitchFamily="18" charset="0"/>
                <a:ea typeface="Times New Roman" panose="02020603050405020304" pitchFamily="18" charset="0"/>
                <a:cs typeface="Times New Roman" panose="02020603050405020304" pitchFamily="18" charset="0"/>
              </a:rPr>
              <a:t>الفئات المستهدفة </a:t>
            </a:r>
            <a:r>
              <a:rPr lang="en-US" sz="16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(Target Audience)</a:t>
            </a:r>
          </a:p>
          <a:p>
            <a:pPr marL="342900" lvl="0" indent="-342900" algn="r" rtl="1">
              <a:lnSpc>
                <a:spcPct val="107000"/>
              </a:lnSpc>
              <a:spcAft>
                <a:spcPts val="800"/>
              </a:spcAft>
              <a:buSzPts val="1000"/>
              <a:buFont typeface="Symbol" panose="05050102010706020507" pitchFamily="18" charset="2"/>
              <a:buChar char=""/>
              <a:tabLst>
                <a:tab pos="457200" algn="l"/>
              </a:tabLst>
            </a:pP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مقدمو الخدمات</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 (Service Providers): </a:t>
            </a: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المؤسسات، الشركات، أو الباحثون الذين يحتاجون إلى إنشاء استبيانات موجهة للحصول على تغذية راجعة دقيقة</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Times New Roman" panose="02020603050405020304" pitchFamily="18" charset="0"/>
              <a:cs typeface="Arial" panose="020B0604020202020204" pitchFamily="34" charset="0"/>
            </a:endParaRPr>
          </a:p>
          <a:p>
            <a:pPr marL="342900" lvl="0" indent="-342900" algn="r" rtl="1">
              <a:lnSpc>
                <a:spcPct val="107000"/>
              </a:lnSpc>
              <a:spcAft>
                <a:spcPts val="800"/>
              </a:spcAft>
              <a:buSzPts val="1000"/>
              <a:buFont typeface="Symbol" panose="05050102010706020507" pitchFamily="18" charset="2"/>
              <a:buChar char=""/>
              <a:tabLst>
                <a:tab pos="457200" algn="l"/>
              </a:tabLst>
            </a:pP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المستخدمون المسجلون</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 (Respondents): </a:t>
            </a: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الأفراد الذين يمتلكون حسابات شخصية وملفات تعريفية</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 (Profiles) </a:t>
            </a: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تتضمن بياناتهم الديموغرافية والمهنية، والذين يشكلون العينة المستهدفة للإجابة على الاستبيانات</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Times New Roman" panose="02020603050405020304" pitchFamily="18" charset="0"/>
              <a:cs typeface="Arial" panose="020B0604020202020204" pitchFamily="34" charset="0"/>
            </a:endParaRPr>
          </a:p>
          <a:p>
            <a:pPr algn="r" rtl="1">
              <a:lnSpc>
                <a:spcPct val="107000"/>
              </a:lnSpc>
              <a:spcBef>
                <a:spcPts val="800"/>
              </a:spcBef>
              <a:spcAft>
                <a:spcPts val="400"/>
              </a:spcAft>
            </a:pPr>
            <a:r>
              <a:rPr lang="ar-SA" sz="16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النطاق الوظيفي </a:t>
            </a:r>
            <a:r>
              <a:rPr lang="en-US" sz="16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(Functional Scope)</a:t>
            </a:r>
          </a:p>
          <a:p>
            <a:pPr marL="342900" lvl="0" indent="-342900" algn="r" rtl="1">
              <a:lnSpc>
                <a:spcPct val="107000"/>
              </a:lnSpc>
              <a:spcAft>
                <a:spcPts val="800"/>
              </a:spcAft>
              <a:buSzPts val="1000"/>
              <a:buFont typeface="Symbol" panose="05050102010706020507" pitchFamily="18" charset="2"/>
              <a:buChar char=""/>
              <a:tabLst>
                <a:tab pos="457200" algn="l"/>
              </a:tabLst>
            </a:pP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إدارة الحسابات والملفات الشخصية</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 </a:t>
            </a: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توفير نظام تسجيل دخول آمن يتيح للمستخدمين إدخال وتحديث بياناتهم الديموغرافية (مثل العمر، التخصص، والاهتمامات) التي سيُبنى عليها محرك الفلترة</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Times New Roman" panose="02020603050405020304" pitchFamily="18" charset="0"/>
              <a:cs typeface="Arial" panose="020B0604020202020204" pitchFamily="34" charset="0"/>
            </a:endParaRPr>
          </a:p>
          <a:p>
            <a:pPr marL="342900" lvl="0" indent="-342900" algn="r" rtl="1">
              <a:lnSpc>
                <a:spcPct val="107000"/>
              </a:lnSpc>
              <a:spcAft>
                <a:spcPts val="800"/>
              </a:spcAft>
              <a:buSzPts val="1000"/>
              <a:buFont typeface="Symbol" panose="05050102010706020507" pitchFamily="18" charset="2"/>
              <a:buChar char=""/>
              <a:tabLst>
                <a:tab pos="457200" algn="l"/>
              </a:tabLst>
            </a:pP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أداة بناء الاستبيانات ومحرك الاستهداف</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 </a:t>
            </a: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واجهة تتيح لمقدمي الخدمات صياغة الأسئلة وتحديد شروط الظهور (الفلترة) بدقة، بحيث يقوم النظام آلياً بمطابقة هذه الشروط مع قاعدة بيانات المستخدمين وعرض الاستبيان للفئة المطابقة فقط</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Times New Roman" panose="02020603050405020304" pitchFamily="18" charset="0"/>
              <a:cs typeface="Arial" panose="020B0604020202020204" pitchFamily="34" charset="0"/>
            </a:endParaRPr>
          </a:p>
          <a:p>
            <a:pPr marL="342900" lvl="0" indent="-342900" algn="r" rtl="1">
              <a:lnSpc>
                <a:spcPct val="107000"/>
              </a:lnSpc>
              <a:spcAft>
                <a:spcPts val="800"/>
              </a:spcAft>
              <a:buSzPts val="1000"/>
              <a:buFont typeface="Symbol" panose="05050102010706020507" pitchFamily="18" charset="2"/>
              <a:buChar char=""/>
              <a:tabLst>
                <a:tab pos="457200" algn="l"/>
              </a:tabLst>
            </a:pP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تحليل البيانات المدعوم بالذكاء الاصطناعي</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 </a:t>
            </a: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معالجة الإجابات النصية المفتوحة باستخدام تقنيات معالجة اللغات الطبيعية</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 (NLP) </a:t>
            </a: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لتصنيفها آلياً إلى مشاعر (إيجابية، سلبية، محايدة) واستخراج التوجهات العامة</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Times New Roman" panose="02020603050405020304" pitchFamily="18" charset="0"/>
              <a:cs typeface="Arial" panose="020B0604020202020204" pitchFamily="34" charset="0"/>
            </a:endParaRPr>
          </a:p>
          <a:p>
            <a:pPr marL="342900" lvl="0" indent="-342900" algn="r" rtl="1">
              <a:lnSpc>
                <a:spcPct val="107000"/>
              </a:lnSpc>
              <a:spcAft>
                <a:spcPts val="800"/>
              </a:spcAft>
              <a:buSzPts val="1000"/>
              <a:buFont typeface="Symbol" panose="05050102010706020507" pitchFamily="18" charset="2"/>
              <a:buChar char=""/>
              <a:tabLst>
                <a:tab pos="457200" algn="l"/>
              </a:tabLst>
            </a:pP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لوحات التحكم الإحصائية</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 (Dashboards): </a:t>
            </a: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عرض نتائج التحليل والاستبيانات بشكل رسومي وتفاعلي يسهل على متخذي القرار قراءتها واستيعابها</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Times New Roman" panose="02020603050405020304" pitchFamily="18" charset="0"/>
              <a:cs typeface="Arial" panose="020B0604020202020204" pitchFamily="34" charset="0"/>
            </a:endParaRPr>
          </a:p>
          <a:p>
            <a:pPr algn="r" rtl="1">
              <a:lnSpc>
                <a:spcPct val="107000"/>
              </a:lnSpc>
              <a:spcBef>
                <a:spcPts val="800"/>
              </a:spcBef>
              <a:spcAft>
                <a:spcPts val="400"/>
              </a:spcAft>
            </a:pPr>
            <a:r>
              <a:rPr lang="ar-SA" sz="1600" b="1" dirty="0">
                <a:solidFill>
                  <a:srgbClr val="2F5496"/>
                </a:solidFill>
                <a:effectLst/>
                <a:latin typeface="Times New Roman" panose="02020603050405020304" pitchFamily="18" charset="0"/>
                <a:ea typeface="Times New Roman" panose="02020603050405020304" pitchFamily="18" charset="0"/>
                <a:cs typeface="Times New Roman" panose="02020603050405020304" pitchFamily="18" charset="0"/>
              </a:rPr>
              <a:t>النطاق التقني</a:t>
            </a:r>
            <a:r>
              <a:rPr lang="en-US" sz="16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 (Technical Scope) </a:t>
            </a:r>
          </a:p>
          <a:p>
            <a:pPr marL="342900" lvl="0" indent="-342900" algn="r" rtl="1">
              <a:lnSpc>
                <a:spcPct val="107000"/>
              </a:lnSpc>
              <a:spcAft>
                <a:spcPts val="800"/>
              </a:spcAft>
              <a:buSzPts val="1000"/>
              <a:buFont typeface="Symbol" panose="05050102010706020507" pitchFamily="18" charset="2"/>
              <a:buChar char=""/>
              <a:tabLst>
                <a:tab pos="457200" algn="l"/>
              </a:tabLst>
            </a:pP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سيتم تطوير النظام كتطبيق ويب</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 (Web Application) </a:t>
            </a: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لضمان سهولة الوصول إليه عبر المتصفحات المختلفة</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Times New Roman" panose="02020603050405020304" pitchFamily="18" charset="0"/>
              <a:cs typeface="Arial" panose="020B0604020202020204" pitchFamily="34" charset="0"/>
            </a:endParaRPr>
          </a:p>
          <a:p>
            <a:pPr marL="342900" lvl="0" indent="-342900" algn="r" rtl="1">
              <a:lnSpc>
                <a:spcPct val="107000"/>
              </a:lnSpc>
              <a:spcAft>
                <a:spcPts val="800"/>
              </a:spcAft>
              <a:buSzPts val="1000"/>
              <a:buFont typeface="Symbol" panose="05050102010706020507" pitchFamily="18" charset="2"/>
              <a:buChar char=""/>
              <a:tabLst>
                <a:tab pos="457200" algn="l"/>
              </a:tabLst>
            </a:pP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سيتم الاعتماد على نماذج ذكاء اصطناعي مدربة مسبقاً</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 (Pre-trained Models) </a:t>
            </a: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أو واجهات برمجة تطبيقات متخصصة</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 (APIs) </a:t>
            </a: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لتنفيذ مهام تحليل المشاعر</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Times New Roman" panose="02020603050405020304" pitchFamily="18" charset="0"/>
              <a:cs typeface="Arial" panose="020B0604020202020204" pitchFamily="34" charset="0"/>
            </a:endParaRPr>
          </a:p>
          <a:p>
            <a:pPr algn="r" rtl="1">
              <a:lnSpc>
                <a:spcPct val="107000"/>
              </a:lnSpc>
              <a:spcBef>
                <a:spcPts val="800"/>
              </a:spcBef>
              <a:spcAft>
                <a:spcPts val="400"/>
              </a:spcAft>
            </a:pPr>
            <a:r>
              <a:rPr lang="ar-SA" sz="1600" b="1" dirty="0">
                <a:solidFill>
                  <a:srgbClr val="2F5496"/>
                </a:solidFill>
                <a:effectLst/>
                <a:latin typeface="Times New Roman" panose="02020603050405020304" pitchFamily="18" charset="0"/>
                <a:ea typeface="Times New Roman" panose="02020603050405020304" pitchFamily="18" charset="0"/>
                <a:cs typeface="Times New Roman" panose="02020603050405020304" pitchFamily="18" charset="0"/>
              </a:rPr>
              <a:t>خارج النطاق</a:t>
            </a:r>
            <a:r>
              <a:rPr lang="en-US" sz="16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 (Out of Scope) </a:t>
            </a:r>
          </a:p>
          <a:p>
            <a:pPr marL="342900" lvl="0" indent="-342900" algn="r" rtl="1">
              <a:lnSpc>
                <a:spcPct val="107000"/>
              </a:lnSpc>
              <a:spcAft>
                <a:spcPts val="800"/>
              </a:spcAft>
              <a:buSzPts val="1000"/>
              <a:buFont typeface="Symbol" panose="05050102010706020507" pitchFamily="18" charset="2"/>
              <a:buChar char=""/>
              <a:tabLst>
                <a:tab pos="457200" algn="l"/>
              </a:tabLst>
            </a:pP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لا يشمل المشروع بناء أو تدريب نماذج ذكاء اصطناعي لغوية من الصفر، نظراً لتكلفتها العالية وحاجتها لموارد حاسوبية ضخمة</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Times New Roman" panose="02020603050405020304" pitchFamily="18" charset="0"/>
              <a:cs typeface="Arial" panose="020B0604020202020204" pitchFamily="34" charset="0"/>
            </a:endParaRPr>
          </a:p>
          <a:p>
            <a:pPr marL="342900" lvl="0" indent="-342900" algn="r" rtl="1">
              <a:lnSpc>
                <a:spcPct val="107000"/>
              </a:lnSpc>
              <a:spcAft>
                <a:spcPts val="800"/>
              </a:spcAft>
              <a:buSzPts val="1000"/>
              <a:buFont typeface="Symbol" panose="05050102010706020507" pitchFamily="18" charset="2"/>
              <a:buChar char=""/>
              <a:tabLst>
                <a:tab pos="457200" algn="l"/>
              </a:tabLst>
            </a:pP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لا يتضمن النظام في مرحلته الحالية بناء تطبيق للهواتف الذكية</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 (Mobile App)</a:t>
            </a: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 بل سيعتمد على تصميم ويب متجاوب</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 (Responsive Web Design) </a:t>
            </a:r>
            <a:r>
              <a:rPr lang="ar-SA" sz="1600" dirty="0">
                <a:effectLst/>
                <a:latin typeface="Calibri" panose="020F0502020204030204" pitchFamily="34" charset="0"/>
                <a:ea typeface="Times New Roman" panose="02020603050405020304" pitchFamily="18" charset="0"/>
                <a:cs typeface="Simplified Arabic" panose="02020603050405020304" pitchFamily="18" charset="-78"/>
              </a:rPr>
              <a:t>ليعمل على شاشات الهواتف</a:t>
            </a:r>
            <a:r>
              <a:rPr lang="en-US" sz="16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22181344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مربع نص 2">
            <a:extLst>
              <a:ext uri="{FF2B5EF4-FFF2-40B4-BE49-F238E27FC236}">
                <a16:creationId xmlns:a16="http://schemas.microsoft.com/office/drawing/2014/main" id="{5E93B341-3CE9-93E2-18F5-A5047D5282E8}"/>
              </a:ext>
            </a:extLst>
          </p:cNvPr>
          <p:cNvSpPr txBox="1"/>
          <p:nvPr/>
        </p:nvSpPr>
        <p:spPr>
          <a:xfrm>
            <a:off x="0" y="246204"/>
            <a:ext cx="12192000" cy="5944320"/>
          </a:xfrm>
          <a:prstGeom prst="rect">
            <a:avLst/>
          </a:prstGeom>
          <a:noFill/>
        </p:spPr>
        <p:txBody>
          <a:bodyPr wrap="square">
            <a:spAutoFit/>
          </a:bodyPr>
          <a:lstStyle/>
          <a:p>
            <a:pPr algn="r" rtl="1">
              <a:lnSpc>
                <a:spcPct val="107000"/>
              </a:lnSpc>
              <a:spcBef>
                <a:spcPts val="800"/>
              </a:spcBef>
              <a:spcAft>
                <a:spcPts val="400"/>
              </a:spcAft>
            </a:pPr>
            <a:r>
              <a:rPr lang="ar-SA" sz="2000" b="1"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t>المفاهيم الأساسية</a:t>
            </a:r>
            <a:endParaRPr lang="en-US" sz="2000" b="1"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endParaRPr>
          </a:p>
          <a:p>
            <a:pPr marL="457200" algn="r" rtl="1">
              <a:lnSpc>
                <a:spcPct val="107000"/>
              </a:lnSpc>
              <a:spcAft>
                <a:spcPts val="800"/>
              </a:spcAft>
            </a:pPr>
            <a:r>
              <a:rPr lang="en-US" sz="1800" b="1" dirty="0">
                <a:effectLst/>
                <a:latin typeface="Simplified Arabic" panose="02020603050405020304" pitchFamily="18" charset="-78"/>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يعتمد تصميم وبناء هذه المنصة على تكامل مجموعة من المفاهيم المعمارية والتقنيات الحديثة لضمان تحقيق أهدافها</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400" dirty="0">
              <a:effectLst/>
              <a:latin typeface="Calibri" panose="020F0502020204030204" pitchFamily="34" charset="0"/>
              <a:ea typeface="Times New Roman" panose="02020603050405020304" pitchFamily="18" charset="0"/>
              <a:cs typeface="Arial" panose="020B0604020202020204" pitchFamily="34" charset="0"/>
            </a:endParaRPr>
          </a:p>
          <a:p>
            <a:pPr algn="r" rtl="1">
              <a:lnSpc>
                <a:spcPct val="107000"/>
              </a:lnSpc>
              <a:spcBef>
                <a:spcPts val="800"/>
              </a:spcBef>
              <a:spcAft>
                <a:spcPts val="400"/>
              </a:spcAft>
            </a:pPr>
            <a:r>
              <a:rPr lang="ar-SA"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المنصات ثنائية الأطراف</a:t>
            </a:r>
            <a:r>
              <a:rPr lang="en-US"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 (Two-Sided Platforms) </a:t>
            </a:r>
            <a:r>
              <a:rPr lang="ar-SA"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وتأثير الشبكة</a:t>
            </a:r>
            <a:r>
              <a:rPr lang="en-US"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 </a:t>
            </a:r>
          </a:p>
          <a:p>
            <a:pPr marL="457200" algn="r" rtl="1">
              <a:lnSpc>
                <a:spcPct val="107000"/>
              </a:lnSpc>
              <a:spcAft>
                <a:spcPts val="800"/>
              </a:spcAft>
            </a:pP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 </a:t>
            </a:r>
            <a:r>
              <a:rPr lang="ar-SA" sz="1800" dirty="0">
                <a:effectLst/>
                <a:latin typeface="Simplified Arabic" panose="02020603050405020304" pitchFamily="18" charset="-78"/>
                <a:ea typeface="Times New Roman" panose="02020603050405020304" pitchFamily="18" charset="0"/>
                <a:cs typeface="Arial" panose="020B0604020202020204" pitchFamily="34" charset="0"/>
              </a:rPr>
              <a:t>تُعرف هندسياً وتجارياً بأنها بيئات رقمية تخلق قيمة من خلال تمكين التفاعل المباشر بين مجموعتين مختلفتين من المستخدمين. في هذا المشروع، المجموعتان هما "صناع القرار/مقدمو الخدمات" و"المجيبون المستهدفون". يعتمد نجاح هذا الهيكل على "تأثير الشبكة</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 (Network Effect)</a:t>
            </a: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 حيث تزداد قيمة المنصة لمقدمي الخدمات كلما زاد عدد المستخدمين المسجلين بملفات تعريفية دقيقة، والعكس صحيح</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400" dirty="0">
              <a:effectLst/>
              <a:latin typeface="Calibri" panose="020F0502020204030204" pitchFamily="34" charset="0"/>
              <a:ea typeface="Times New Roman" panose="02020603050405020304" pitchFamily="18" charset="0"/>
              <a:cs typeface="Arial" panose="020B0604020202020204" pitchFamily="34" charset="0"/>
            </a:endParaRPr>
          </a:p>
          <a:p>
            <a:pPr algn="r" rtl="1">
              <a:lnSpc>
                <a:spcPct val="107000"/>
              </a:lnSpc>
              <a:spcBef>
                <a:spcPts val="800"/>
              </a:spcBef>
              <a:spcAft>
                <a:spcPts val="400"/>
              </a:spcAft>
            </a:pPr>
            <a:r>
              <a:rPr lang="ar-SA" sz="1800" b="1" dirty="0">
                <a:solidFill>
                  <a:srgbClr val="2F5496"/>
                </a:solidFill>
                <a:effectLst/>
                <a:latin typeface="Times New Roman" panose="02020603050405020304" pitchFamily="18" charset="0"/>
                <a:ea typeface="Times New Roman" panose="02020603050405020304" pitchFamily="18" charset="0"/>
                <a:cs typeface="Times New Roman" panose="02020603050405020304" pitchFamily="18" charset="0"/>
              </a:rPr>
              <a:t>الاستهداف الديموغرافي</a:t>
            </a:r>
            <a:r>
              <a:rPr lang="en-US"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 (Demographic Targeting) </a:t>
            </a:r>
            <a:r>
              <a:rPr lang="ar-SA"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والفلترة الآلية:</a:t>
            </a:r>
            <a:endParaRPr lang="en-US"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endParaRPr>
          </a:p>
          <a:p>
            <a:pPr marL="457200" algn="r" rtl="1">
              <a:lnSpc>
                <a:spcPct val="107000"/>
              </a:lnSpc>
              <a:spcAft>
                <a:spcPts val="800"/>
              </a:spcAft>
            </a:pP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هو آلية برمجية تعتمد على خوارزميات المطابقة</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 (Matching Algorithms) </a:t>
            </a: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لتصفية قواعد البيانات. بدلاً من الاعتماد على أخذ العينات العشوائية</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 (Random Sampling) </a:t>
            </a: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التي تهدد دقة نتائج البحث، يضمن محرك الاستهداف إيصال الاستبيان حصراً للشريحة الممثلة فعلياً للخدمة. يتم ذلك بمقاطعة شروط الاستبيان مع حقول البيانات الشخصية</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 (Profile Data) </a:t>
            </a: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للمستخدمين، مما يقضي على مشكلة "تحيز العينة</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 (Sample Bias).</a:t>
            </a:r>
            <a:endParaRPr lang="en-US" sz="1400" dirty="0">
              <a:effectLst/>
              <a:latin typeface="Calibri" panose="020F0502020204030204" pitchFamily="34" charset="0"/>
              <a:ea typeface="Times New Roman" panose="02020603050405020304" pitchFamily="18" charset="0"/>
              <a:cs typeface="Arial" panose="020B0604020202020204" pitchFamily="34" charset="0"/>
            </a:endParaRPr>
          </a:p>
          <a:p>
            <a:pPr algn="r" rtl="1">
              <a:lnSpc>
                <a:spcPct val="107000"/>
              </a:lnSpc>
              <a:spcBef>
                <a:spcPts val="800"/>
              </a:spcBef>
              <a:spcAft>
                <a:spcPts val="400"/>
              </a:spcAft>
            </a:pPr>
            <a:r>
              <a:rPr lang="ar-SA"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معالجة اللغات الطبيعية</a:t>
            </a:r>
            <a:r>
              <a:rPr lang="en-US"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 (Natural Language Processing - NLP)  </a:t>
            </a:r>
          </a:p>
          <a:p>
            <a:pPr marL="457200" algn="r" rtl="1">
              <a:lnSpc>
                <a:spcPct val="107000"/>
              </a:lnSpc>
              <a:spcAft>
                <a:spcPts val="800"/>
              </a:spcAft>
            </a:pP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فرع متقدم من الذكاء الاصطناعي</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 (AI) </a:t>
            </a: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يركز على التفاعل بين أجهزة الحاسوب واللغات البشرية. تُستخدم هذه التقنية في النظام لمعالجة "البيانات غير المهيكلة</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 (Unstructured Data) </a:t>
            </a: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الناتجة عن الإجابات النصية المفتوحة، وتحويلها إلى بيانات كمية قابلة للقياس</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400" dirty="0">
              <a:effectLst/>
              <a:latin typeface="Calibri" panose="020F0502020204030204" pitchFamily="34" charset="0"/>
              <a:ea typeface="Times New Roman" panose="02020603050405020304" pitchFamily="18" charset="0"/>
              <a:cs typeface="Arial" panose="020B0604020202020204" pitchFamily="34" charset="0"/>
            </a:endParaRPr>
          </a:p>
          <a:p>
            <a:pPr algn="r" rtl="1">
              <a:lnSpc>
                <a:spcPct val="107000"/>
              </a:lnSpc>
              <a:spcBef>
                <a:spcPts val="800"/>
              </a:spcBef>
              <a:spcAft>
                <a:spcPts val="400"/>
              </a:spcAft>
            </a:pPr>
            <a:r>
              <a:rPr lang="ar-SA"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تحليل المشاعر</a:t>
            </a:r>
            <a:r>
              <a:rPr lang="en-US" sz="1800" b="1" dirty="0">
                <a:solidFill>
                  <a:srgbClr val="2F5496"/>
                </a:solidFill>
                <a:effectLst/>
                <a:latin typeface="Calibri" panose="020F0502020204030204" pitchFamily="34" charset="0"/>
                <a:ea typeface="Times New Roman" panose="02020603050405020304" pitchFamily="18" charset="0"/>
                <a:cs typeface="Times New Roman" panose="02020603050405020304" pitchFamily="18" charset="0"/>
              </a:rPr>
              <a:t> (Sentiment Analysis) </a:t>
            </a:r>
          </a:p>
          <a:p>
            <a:pPr marL="457200" algn="r" rtl="1">
              <a:lnSpc>
                <a:spcPct val="107000"/>
              </a:lnSpc>
              <a:spcAft>
                <a:spcPts val="800"/>
              </a:spcAft>
            </a:pPr>
            <a:r>
              <a:rPr lang="ar-SA" sz="1800" dirty="0">
                <a:effectLst/>
                <a:latin typeface="Calibri" panose="020F0502020204030204" pitchFamily="34" charset="0"/>
                <a:ea typeface="Times New Roman" panose="02020603050405020304" pitchFamily="18" charset="0"/>
                <a:cs typeface="Simplified Arabic" panose="02020603050405020304" pitchFamily="18" charset="-78"/>
              </a:rPr>
              <a:t>خوارزميات فرعية تعمل على قراءة النصوص رياضياً لتصنيف النبرة العاطفية للمجيب (إيجابية، سلبية، محايدة). تساعد هذه التقنية في استخراج التوجه العام للجمهور دون الحاجة للقراءة اليدوية لآلاف الردود، مما يسرع عملية اتخاذ القرار</a:t>
            </a:r>
            <a:r>
              <a:rPr lang="en-US" sz="1800" dirty="0">
                <a:effectLst/>
                <a:latin typeface="Simplified Arabic" panose="02020603050405020304" pitchFamily="18" charset="-78"/>
                <a:ea typeface="Times New Roman" panose="02020603050405020304" pitchFamily="18" charset="0"/>
                <a:cs typeface="Arial" panose="020B0604020202020204" pitchFamily="34" charset="0"/>
              </a:rPr>
              <a:t>.</a:t>
            </a:r>
            <a:endParaRPr lang="en-US" sz="1400" dirty="0">
              <a:effectLst/>
              <a:latin typeface="Calibri" panose="020F0502020204030204" pitchFamily="34"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37418053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0765992"/>
      </p:ext>
    </p:extLst>
  </p:cSld>
  <p:clrMapOvr>
    <a:masterClrMapping/>
  </p:clrMapOvr>
</p:sld>
</file>

<file path=ppt/theme/theme1.xml><?xml version="1.0" encoding="utf-8"?>
<a:theme xmlns:a="http://schemas.openxmlformats.org/drawingml/2006/main" name="نسق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1015</Words>
  <Application>Microsoft Office PowerPoint</Application>
  <PresentationFormat>شاشة عريضة</PresentationFormat>
  <Paragraphs>46</Paragraphs>
  <Slides>6</Slides>
  <Notes>0</Notes>
  <HiddenSlides>0</HiddenSlides>
  <MMClips>0</MMClips>
  <ScaleCrop>false</ScaleCrop>
  <HeadingPairs>
    <vt:vector size="6" baseType="variant">
      <vt:variant>
        <vt:lpstr>الخطوط المستخدمة</vt:lpstr>
      </vt:variant>
      <vt:variant>
        <vt:i4>8</vt:i4>
      </vt:variant>
      <vt:variant>
        <vt:lpstr>نسق</vt:lpstr>
      </vt:variant>
      <vt:variant>
        <vt:i4>1</vt:i4>
      </vt:variant>
      <vt:variant>
        <vt:lpstr>عناوين الشرائح</vt:lpstr>
      </vt:variant>
      <vt:variant>
        <vt:i4>6</vt:i4>
      </vt:variant>
    </vt:vector>
  </HeadingPairs>
  <TitlesOfParts>
    <vt:vector size="15" baseType="lpstr">
      <vt:lpstr>Aptos</vt:lpstr>
      <vt:lpstr>Aptos Display</vt:lpstr>
      <vt:lpstr>Arial</vt:lpstr>
      <vt:lpstr>Calibri</vt:lpstr>
      <vt:lpstr>Calibri Light</vt:lpstr>
      <vt:lpstr>Simplified Arabic</vt:lpstr>
      <vt:lpstr>Symbol</vt:lpstr>
      <vt:lpstr>Times New Roman</vt:lpstr>
      <vt:lpstr>نسق Office</vt:lpstr>
      <vt:lpstr>Smart Opinion Survey Platform منصة استبيانات الآراء الذكية   </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YAMAN BASAM</dc:creator>
  <cp:lastModifiedBy>YAMAN BASAM</cp:lastModifiedBy>
  <cp:revision>1</cp:revision>
  <dcterms:created xsi:type="dcterms:W3CDTF">2026-03-06T14:39:01Z</dcterms:created>
  <dcterms:modified xsi:type="dcterms:W3CDTF">2026-03-06T14:39:14Z</dcterms:modified>
</cp:coreProperties>
</file>